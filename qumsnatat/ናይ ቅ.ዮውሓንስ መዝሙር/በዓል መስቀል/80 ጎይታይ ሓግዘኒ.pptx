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309" r:id="rId3"/>
    <p:sldId id="299" r:id="rId4"/>
    <p:sldId id="310" r:id="rId5"/>
    <p:sldId id="313" r:id="rId6"/>
    <p:sldId id="312" r:id="rId7"/>
    <p:sldId id="31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>
        <p:scale>
          <a:sx n="70" d="100"/>
          <a:sy n="70" d="100"/>
        </p:scale>
        <p:origin x="-660" y="-12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2893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2035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45843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25207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904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357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68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5110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3573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2338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4494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09934" y="-208327"/>
            <a:ext cx="7879308" cy="3631763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3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ጎይታይ</a:t>
            </a:r>
            <a:endParaRPr lang="en-US" sz="16000" b="1" spc="5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25839" y="2863876"/>
            <a:ext cx="7879308" cy="3631763"/>
          </a:xfrm>
          <a:prstGeom prst="rect">
            <a:avLst/>
          </a:prstGeom>
          <a:noFill/>
          <a:scene3d>
            <a:camera prst="obliqueTopRight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3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ሓግዘኒ</a:t>
            </a:r>
            <a:endParaRPr lang="en-US" sz="16000" b="1" spc="5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4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614149"/>
            <a:ext cx="12191999" cy="4571999"/>
          </a:xfrm>
        </p:spPr>
        <p:txBody>
          <a:bodyPr>
            <a:noAutofit/>
          </a:bodyPr>
          <a:lstStyle/>
          <a:p>
            <a:pPr marL="804863" indent="-804863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1.</a:t>
            </a:r>
            <a:r>
              <a:rPr lang="en-GB" sz="10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ህይወተይ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ክሕለል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ኪጠልመኒ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ረዳኢ ዘይብለይ ኪመስለኒ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ጎይታይ ብመንፈሱ የትብዓኒ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ጽምኣት ህይወተይ’ውን የርውየኒ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598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09191"/>
            <a:ext cx="12192000" cy="5909487"/>
          </a:xfrm>
        </p:spPr>
        <p:txBody>
          <a:bodyPr>
            <a:normAutofit/>
          </a:bodyPr>
          <a:lstStyle/>
          <a:p>
            <a:pPr marL="531813" indent="-531813" algn="l"/>
            <a:r>
              <a:rPr lang="en-GB" sz="70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ጎይታይ ሓግዘኒ ኣብ ድኻመይ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 ኂዘ ኣለኹ ተምበርኪኸ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ክርሕቅ እንተበልኩ ክኽሕዶ’ውን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ፍቕሩ ይግድደኒ ናቱ ክኸውን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9673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32260"/>
            <a:ext cx="12191999" cy="4571999"/>
          </a:xfrm>
        </p:spPr>
        <p:txBody>
          <a:bodyPr>
            <a:noAutofit/>
          </a:bodyPr>
          <a:lstStyle/>
          <a:p>
            <a:pPr marL="804863" indent="-804863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2.</a:t>
            </a:r>
            <a:r>
              <a:rPr lang="en-GB" sz="8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ሓንሳብ ኣብ ስንጭሮ እናነባዕኩ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ሓንሳብ’ውን ኣብ ሸኻ እናዘመርኩ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ናይ ህይወት ትምህርቲ ብዙሕ ኣሎ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ንመስቀል ጎይታና ክኽተሎ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1010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09191"/>
            <a:ext cx="12192000" cy="5909487"/>
          </a:xfrm>
        </p:spPr>
        <p:txBody>
          <a:bodyPr>
            <a:normAutofit/>
          </a:bodyPr>
          <a:lstStyle/>
          <a:p>
            <a:pPr marL="531813" indent="-531813" algn="l"/>
            <a:r>
              <a:rPr lang="en-GB" sz="70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ጎይታይ ሓግዘኒ ኣብ ድኻመይ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 ኂዘ ኣለኹ ተምበርኪኸ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ክርሕቅ እንተበልኩ ክኽሕዶ’ውን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ፍቕሩ ይግድደኒ ናቱ ክኸውን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400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600501"/>
            <a:ext cx="12191999" cy="4571999"/>
          </a:xfrm>
        </p:spPr>
        <p:txBody>
          <a:bodyPr>
            <a:noAutofit/>
          </a:bodyPr>
          <a:lstStyle/>
          <a:p>
            <a:pPr marL="804863" indent="-804863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3.</a:t>
            </a:r>
            <a:r>
              <a:rPr lang="en-GB" sz="105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ብሓድሽ ሕልና ክጋደል’የ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ናይ ዘለዓለም ህይወት መሪጸ’የ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ይደክም ደኣ ’ምበር ኣይዓሉን’የ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ንኣቦ ህይወተይ ኣይክሕዶን’የ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1010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09191"/>
            <a:ext cx="12192000" cy="5909487"/>
          </a:xfrm>
        </p:spPr>
        <p:txBody>
          <a:bodyPr>
            <a:normAutofit/>
          </a:bodyPr>
          <a:lstStyle/>
          <a:p>
            <a:pPr marL="531813" indent="-531813" algn="l"/>
            <a:r>
              <a:rPr lang="en-GB" sz="70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ጎይታይ ሓግዘኒ ኣብ ድኻመይ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መስቀል ኂዘ ኣለኹ ተምበርኪኸ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ክርሕቅ እንተበልኩ ክኽሕዶ’ውን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ፍቕሩ ይግድደኒ ናቱ ክኸውን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400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2648</TotalTime>
  <Words>24</Words>
  <Application>Microsoft Office PowerPoint</Application>
  <PresentationFormat>Custom</PresentationFormat>
  <Paragraphs>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1. ህይወተይ ክሕለል ኪጠልመኒ ረዳኢ ዘይብለይ ኪመስለኒ ጎይታይ ብመንፈሱ የትብዓኒ ጽምኣት ህይወተይ’ውን የርውየኒ</vt:lpstr>
      <vt:lpstr>ኣዝ.  ጎይታይ ሓግዘኒ ኣብ ድኻመይ መስቀል ኂዘ ኣለኹ ተምበርኪኸ ክርሕቅ እንተበልኩ ክኽሕዶ’ውን ፍቕሩ ይግድደኒ ናቱ ክኸውን</vt:lpstr>
      <vt:lpstr>2. ሓንሳብ ኣብ ስንጭሮ እናነባዕኩ ሓንሳብ’ውን ኣብ ሸኻ እናዘመርኩ ናይ ህይወት ትምህርቲ ብዙሕ ኣሎ ንመስቀል ጎይታና ክኽተሎ</vt:lpstr>
      <vt:lpstr>ኣዝ.  ጎይታይ ሓግዘኒ ኣብ ድኻመይ መስቀል ኂዘ ኣለኹ ተምበርኪኸ ክርሕቅ እንተበልኩ ክኽሕዶ’ውን ፍቕሩ ይግድደኒ ናቱ ክኸውን</vt:lpstr>
      <vt:lpstr>3. ብሓድሽ ሕልና ክጋደል’የ ናይ ዘለዓለም ህይወት መሪጸ’የ ይደክም ደኣ ’ምበር ኣይዓሉን’የ ንኣቦ ህይወተይ ኣይክሕዶን’የ</vt:lpstr>
      <vt:lpstr>ኣዝ.  ጎይታይ ሓግዘኒ ኣብ ድኻመይ መስቀል ኂዘ ኣለኹ ተምበርኪኸ ክርሕቅ እንተበልኩ ክኽሕዶ’ውን ፍቕሩ ይግድደኒ ናቱ ክኸውን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ኩሉ ዘገብራ ለጽድቅ ጻድቅ ጻድቅ ውእቱ። ወዘያከብር ሰንበት ኢይበል ፈላሲ ዘገብአ ኀበ እግዚኣብሔር ይፈልጠኒኑ እምሕዝቡ፣</dc:title>
  <dc:creator>J</dc:creator>
  <cp:lastModifiedBy>Catholic Forever</cp:lastModifiedBy>
  <cp:revision>259</cp:revision>
  <dcterms:created xsi:type="dcterms:W3CDTF">2014-08-22T20:38:14Z</dcterms:created>
  <dcterms:modified xsi:type="dcterms:W3CDTF">2018-09-26T19:51:04Z</dcterms:modified>
</cp:coreProperties>
</file>