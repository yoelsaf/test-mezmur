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309" r:id="rId3"/>
    <p:sldId id="317" r:id="rId4"/>
    <p:sldId id="318" r:id="rId5"/>
    <p:sldId id="323" r:id="rId6"/>
    <p:sldId id="320" r:id="rId7"/>
    <p:sldId id="324" r:id="rId8"/>
    <p:sldId id="322" r:id="rId9"/>
    <p:sldId id="32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>
        <p:scale>
          <a:sx n="70" d="100"/>
          <a:sy n="70" d="100"/>
        </p:scale>
        <p:origin x="-660" y="-12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32893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2035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45843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252071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29043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7357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68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75110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3573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12338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94494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4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96292" y="36628"/>
            <a:ext cx="11768918" cy="3046988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192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ኣብ ትሕቲ</a:t>
            </a:r>
          </a:p>
        </p:txBody>
      </p:sp>
      <p:sp>
        <p:nvSpPr>
          <p:cNvPr id="3" name="Rectangle 2"/>
          <p:cNvSpPr/>
          <p:nvPr/>
        </p:nvSpPr>
        <p:spPr>
          <a:xfrm>
            <a:off x="3316405" y="3380329"/>
            <a:ext cx="8056733" cy="3046988"/>
          </a:xfrm>
          <a:prstGeom prst="rect">
            <a:avLst/>
          </a:prstGeom>
          <a:noFill/>
          <a:scene3d>
            <a:camera prst="obliqueTopRight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192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መስቀል</a:t>
            </a:r>
          </a:p>
        </p:txBody>
      </p:sp>
    </p:spTree>
    <p:extLst>
      <p:ext uri="{BB962C8B-B14F-4D97-AF65-F5344CB8AC3E}">
        <p14:creationId xmlns:p14="http://schemas.microsoft.com/office/powerpoint/2010/main" val="104047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655093"/>
            <a:ext cx="12191999" cy="4572000"/>
          </a:xfrm>
        </p:spPr>
        <p:txBody>
          <a:bodyPr>
            <a:noAutofit/>
          </a:bodyPr>
          <a:lstStyle/>
          <a:p>
            <a:pPr marL="804863" indent="-804863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1.</a:t>
            </a:r>
            <a:r>
              <a:rPr lang="en-GB" sz="5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እቲ ዓብይ ፍቕሪ ናይ ኢየሱስ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ናይ ሰናይ ጎይታ መሲሕና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እንተ ክሒድና ንኢየሱስ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ሰቒልናዮ ኣሎና ማለት’ዩ</a:t>
            </a:r>
            <a:r>
              <a:rPr lang="en-GB" sz="7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54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/2/</a:t>
            </a:r>
            <a:endParaRPr lang="en-US" sz="7500" b="1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598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68240"/>
            <a:ext cx="12192000" cy="5786651"/>
          </a:xfrm>
        </p:spPr>
        <p:txBody>
          <a:bodyPr>
            <a:normAutofit fontScale="90000"/>
          </a:bodyPr>
          <a:lstStyle/>
          <a:p>
            <a:pPr marL="450850" indent="-450850" algn="l"/>
            <a:r>
              <a:rPr lang="en-GB" sz="80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ኣብ ትሕቲ መስቀል ኮይንና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ነልዕል ቆላሕታና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ኣብኡ ተሰቒሉ ይርከብ ጎይታና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ኃጢኣትና </a:t>
            </a:r>
            <a:r>
              <a:rPr lang="en-GB" sz="8900" b="1" u="sng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ተጸሚሙ</a:t>
            </a: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900" b="1" u="sng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የስደምሞ</a:t>
            </a: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ጌና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2</a:t>
            </a:r>
            <a:endParaRPr lang="en-US" sz="8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1176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682389"/>
            <a:ext cx="12191999" cy="4435518"/>
          </a:xfrm>
        </p:spPr>
        <p:txBody>
          <a:bodyPr>
            <a:noAutofit/>
          </a:bodyPr>
          <a:lstStyle/>
          <a:p>
            <a:pPr marL="804863" indent="-804863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2.</a:t>
            </a:r>
            <a:r>
              <a:rPr lang="en-GB" sz="1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ፍጹም ፍቕሪ ናይ ኢየሱስ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ንኃጢኣትና ኢሉ ሞተልና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ንልምን ጎይታ ይቕሬታ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ኣብዚሕካ ዓድል ጸጋኻ</a:t>
            </a:r>
            <a:r>
              <a:rPr lang="en-GB" sz="7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54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/2/</a:t>
            </a:r>
            <a:endParaRPr lang="en-US" sz="7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0439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68240"/>
            <a:ext cx="12192000" cy="5786651"/>
          </a:xfrm>
        </p:spPr>
        <p:txBody>
          <a:bodyPr>
            <a:normAutofit fontScale="90000"/>
          </a:bodyPr>
          <a:lstStyle/>
          <a:p>
            <a:pPr marL="450850" indent="-450850" algn="l"/>
            <a:r>
              <a:rPr lang="en-GB" sz="80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ኣብ ትሕቲ መስቀል ኮይንና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ነልዕል ቆላሕታና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ኣብኡ ተሰቒሉ ይርከብ ጎይታና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ኃጢኣትና </a:t>
            </a:r>
            <a:r>
              <a:rPr lang="en-GB" sz="8900" b="1" u="sng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ተጸሚሙ</a:t>
            </a: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900" b="1" u="sng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የስደምሞ</a:t>
            </a: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ጌና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2</a:t>
            </a:r>
            <a:endParaRPr lang="en-US" sz="8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825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696037"/>
            <a:ext cx="12191999" cy="4435518"/>
          </a:xfrm>
        </p:spPr>
        <p:txBody>
          <a:bodyPr>
            <a:noAutofit/>
          </a:bodyPr>
          <a:lstStyle/>
          <a:p>
            <a:pPr marL="804863" indent="-804863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3.</a:t>
            </a:r>
            <a:r>
              <a:rPr lang="en-GB" sz="6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ህይወትና ኢኻ ኦ ኢየሱስ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ተስፋና ኢኻ ኦ መሲሕ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እሙን ጓሳና ኦ ኢየሱስ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ግዜ ሞትና በል ተንሥኡ</a:t>
            </a:r>
            <a:r>
              <a:rPr lang="en-GB" sz="7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54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/2/</a:t>
            </a:r>
            <a:endParaRPr lang="en-US" sz="7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62912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68240"/>
            <a:ext cx="12192000" cy="5786651"/>
          </a:xfrm>
        </p:spPr>
        <p:txBody>
          <a:bodyPr>
            <a:normAutofit fontScale="90000"/>
          </a:bodyPr>
          <a:lstStyle/>
          <a:p>
            <a:pPr marL="450850" indent="-450850" algn="l"/>
            <a:r>
              <a:rPr lang="en-GB" sz="80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ኣብ ትሕቲ መስቀል ኮይንና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ነልዕል ቆላሕታና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ኣብኡ ተሰቒሉ ይርከብ ጎይታና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ኃጢኣትና </a:t>
            </a:r>
            <a:r>
              <a:rPr lang="en-GB" sz="8900" b="1" u="sng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ተጸሚሙ</a:t>
            </a: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900" b="1" u="sng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የስደምሞ</a:t>
            </a: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ጌና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2</a:t>
            </a:r>
            <a:endParaRPr lang="en-US" sz="8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825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750627"/>
            <a:ext cx="12191999" cy="4435518"/>
          </a:xfrm>
        </p:spPr>
        <p:txBody>
          <a:bodyPr>
            <a:noAutofit/>
          </a:bodyPr>
          <a:lstStyle/>
          <a:p>
            <a:pPr marL="804863" indent="-804863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4.</a:t>
            </a:r>
            <a:r>
              <a:rPr lang="en-GB" sz="1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እሙን ጓሳ ሓልወና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ምእንታና ቢልካ ሞትካልና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መድኃኒ ዓለም በጃካ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ንዘለዓለም ዘክር ደቅኻ</a:t>
            </a:r>
            <a:r>
              <a:rPr lang="en-GB" sz="7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54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/2/</a:t>
            </a:r>
            <a:endParaRPr lang="en-US" sz="7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62912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68240"/>
            <a:ext cx="12192000" cy="5786651"/>
          </a:xfrm>
        </p:spPr>
        <p:txBody>
          <a:bodyPr>
            <a:normAutofit fontScale="90000"/>
          </a:bodyPr>
          <a:lstStyle/>
          <a:p>
            <a:pPr marL="450850" indent="-450850" algn="l"/>
            <a:r>
              <a:rPr lang="en-GB" sz="80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ኣብ ትሕቲ መስቀል ኮይንና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ነልዕል ቆላሕታና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ኣብኡ ተሰቒሉ ይርከብ ጎይታና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ኃጢኣትና </a:t>
            </a:r>
            <a:r>
              <a:rPr lang="en-GB" sz="8900" b="1" u="sng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ተጸሚሙ</a:t>
            </a: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900" b="1" u="sng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የስደምሞ</a:t>
            </a: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ጌና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2</a:t>
            </a:r>
            <a:endParaRPr lang="en-US" sz="8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825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2580</TotalTime>
  <Words>35</Words>
  <Application>Microsoft Office PowerPoint</Application>
  <PresentationFormat>Custom</PresentationFormat>
  <Paragraphs>10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1. እቲ ዓብይ ፍቕሪ ናይ ኢየሱስ ናይ ሰናይ ጎይታ መሲሕና እንተ ክሒድና ንኢየሱስ ሰቒልናዮ ኣሎና ማለት’ዩ /2/</vt:lpstr>
      <vt:lpstr>ኣዝ.  ኣብ ትሕቲ መስቀል ኮይንና ነልዕል ቆላሕታና ኣብኡ ተሰቒሉ ይርከብ ጎይታና ኃጢኣትና ተጸሚሙ የስደምሞ ጌና 2</vt:lpstr>
      <vt:lpstr>2. ፍጹም ፍቕሪ ናይ ኢየሱስ ንኃጢኣትና ኢሉ ሞተልና ንልምን ጎይታ ይቕሬታ ኣብዚሕካ ዓድል ጸጋኻ /2/</vt:lpstr>
      <vt:lpstr>ኣዝ.  ኣብ ትሕቲ መስቀል ኮይንና ነልዕል ቆላሕታና ኣብኡ ተሰቒሉ ይርከብ ጎይታና ኃጢኣትና ተጸሚሙ የስደምሞ ጌና 2</vt:lpstr>
      <vt:lpstr>3. ህይወትና ኢኻ ኦ ኢየሱስ ተስፋና ኢኻ ኦ መሲሕ እሙን ጓሳና ኦ ኢየሱስ ግዜ ሞትና በል ተንሥኡ /2/</vt:lpstr>
      <vt:lpstr>ኣዝ.  ኣብ ትሕቲ መስቀል ኮይንና ነልዕል ቆላሕታና ኣብኡ ተሰቒሉ ይርከብ ጎይታና ኃጢኣትና ተጸሚሙ የስደምሞ ጌና 2</vt:lpstr>
      <vt:lpstr>4. እሙን ጓሳ ሓልወና ምእንታና ቢልካ ሞትካልና መድኃኒ ዓለም በጃካ ንዘለዓለም ዘክር ደቅኻ /2/</vt:lpstr>
      <vt:lpstr>ኣዝ.  ኣብ ትሕቲ መስቀል ኮይንና ነልዕል ቆላሕታና ኣብኡ ተሰቒሉ ይርከብ ጎይታና ኃጢኣትና ተጸሚሙ የስደምሞ ጌና 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ኩሉ ዘገብራ ለጽድቅ ጻድቅ ጻድቅ ውእቱ። ወዘያከብር ሰንበት ኢይበል ፈላሲ ዘገብአ ኀበ እግዚኣብሔር ይፈልጠኒኑ እምሕዝቡ፣</dc:title>
  <dc:creator>J</dc:creator>
  <cp:lastModifiedBy>Catholic Forever</cp:lastModifiedBy>
  <cp:revision>250</cp:revision>
  <dcterms:created xsi:type="dcterms:W3CDTF">2014-08-22T20:38:14Z</dcterms:created>
  <dcterms:modified xsi:type="dcterms:W3CDTF">2018-09-26T20:02:57Z</dcterms:modified>
</cp:coreProperties>
</file>