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309" r:id="rId3"/>
    <p:sldId id="299" r:id="rId4"/>
    <p:sldId id="310" r:id="rId5"/>
    <p:sldId id="317" r:id="rId6"/>
    <p:sldId id="312" r:id="rId7"/>
    <p:sldId id="314" r:id="rId8"/>
    <p:sldId id="318" r:id="rId9"/>
    <p:sldId id="316" r:id="rId10"/>
    <p:sldId id="31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1" d="100"/>
          <a:sy n="71" d="100"/>
        </p:scale>
        <p:origin x="-618" y="-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2893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2035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45843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25207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9043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357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68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5110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3573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12338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94494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41423" y="-32631"/>
            <a:ext cx="11651673" cy="2862322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18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ኢየሱስ </a:t>
            </a:r>
            <a:r>
              <a:rPr lang="en-US" sz="18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ጸግዒ</a:t>
            </a:r>
            <a:endParaRPr lang="en-US" sz="18000" b="1" spc="50" dirty="0" smtClean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71111" y="3398385"/>
            <a:ext cx="7592296" cy="2862322"/>
          </a:xfrm>
          <a:prstGeom prst="rect">
            <a:avLst/>
          </a:prstGeom>
          <a:noFill/>
          <a:scene3d>
            <a:camera prst="obliqueTopRight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18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ዋልታይ</a:t>
            </a:r>
            <a:endParaRPr lang="en-US" sz="18000" b="1" spc="50" dirty="0" smtClean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4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548120"/>
            <a:ext cx="12191999" cy="475002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1.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ንሱ ንዓይ ኃይለይ`ዩ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ንሱ ንዓይ ደገፍ`ዩ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ንሱ ንዓይ መድኅን`ዩ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ንሱ ንዓይ ፈውሢ`ዩ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59838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634317"/>
          </a:xfrm>
        </p:spPr>
        <p:txBody>
          <a:bodyPr>
            <a:normAutofit fontScale="90000"/>
          </a:bodyPr>
          <a:lstStyle/>
          <a:p>
            <a:pPr marL="444500" indent="-444500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ኢየሱስ ጸግዒ ዋልታይ</a:t>
            </a:r>
            <a:b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መስቀሉ </a:t>
            </a:r>
            <a:r>
              <a:rPr lang="en-GB" sz="8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ዕላማይ ደሙ </a:t>
            </a:r>
            <a:r>
              <a:rPr lang="en-GB" sz="8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ማይ ህይወተይ</a:t>
            </a: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ሥጋኡ ፈውሲ ህይወተይ</a:t>
            </a:r>
            <a:b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ቃሉ መግቢ ህይወተይ</a:t>
            </a:r>
            <a:endParaRPr lang="en-US" sz="9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673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561567"/>
            <a:ext cx="12191999" cy="475002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ኣብ ዝኸዶ ምሳይ`ዩ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ኣብ </a:t>
            </a:r>
            <a:r>
              <a:rPr lang="en-GB" sz="85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ዝድቅሶ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ምሳይ`ዩ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ኣብ ዝሰርሖ ምሳይ`ዩ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ኢየሱስ ንዓይ ህይወት`ዩ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266400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634317"/>
          </a:xfrm>
        </p:spPr>
        <p:txBody>
          <a:bodyPr>
            <a:normAutofit fontScale="90000"/>
          </a:bodyPr>
          <a:lstStyle/>
          <a:p>
            <a:pPr marL="444500" indent="-444500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ኢየሱስ ጸግዒ ዋልታይ</a:t>
            </a:r>
            <a:b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መስቀሉ </a:t>
            </a:r>
            <a:r>
              <a:rPr lang="en-GB" sz="8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ዕላማይ ደሙ </a:t>
            </a:r>
            <a:r>
              <a:rPr lang="en-GB" sz="8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ማይ ህይወተይ</a:t>
            </a: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ሥጋኡ ፈውሲ ህይወተይ</a:t>
            </a:r>
            <a:b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ቃሉ መግቢ ህይወተይ</a:t>
            </a:r>
            <a:endParaRPr lang="en-US" sz="9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888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80885"/>
            <a:ext cx="12191999" cy="475002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3.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መድኅነይ በጃይ እዩ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መስቀሉ ድኅነተይ`ዩ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ብደሙ ሓጺቡኒ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ሥጋኡ ፈዊሱኒ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266400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440543"/>
            <a:ext cx="12191999" cy="475002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4.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ኣብ ሓጎሰይ ምሳይ`ዩ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ኣብ ፈተናይ ምሳይ`ዩ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ንሱ ንዓይ ተስፋይ`ዩ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ኢየሱስ ሰላመይ`ዩ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266400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634317"/>
          </a:xfrm>
        </p:spPr>
        <p:txBody>
          <a:bodyPr>
            <a:normAutofit fontScale="90000"/>
          </a:bodyPr>
          <a:lstStyle/>
          <a:p>
            <a:pPr marL="444500" indent="-444500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ኢየሱስ ጸግዒ ዋልታይ</a:t>
            </a:r>
            <a:b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መስቀሉ </a:t>
            </a:r>
            <a:r>
              <a:rPr lang="en-GB" sz="8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ዕላማይ ደሙ </a:t>
            </a:r>
            <a:r>
              <a:rPr lang="en-GB" sz="8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ማይ ህይወተይ</a:t>
            </a: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ሥጋኡ ፈውሲ ህይወተይ</a:t>
            </a:r>
            <a:b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ቃሉ መግቢ ህይወተይ</a:t>
            </a:r>
            <a:endParaRPr lang="en-US" sz="9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888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21225"/>
            <a:ext cx="12191999" cy="475002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5.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ንሱ ንዓይ ፍቕሪ`ዩ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ንሱ ንዓይ ሓላይ`ዩ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ንሱ ንዓይ ክብረት`ዩ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ንሱ ንዓይ ጸግዐይ`ዩ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266400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634317"/>
          </a:xfrm>
        </p:spPr>
        <p:txBody>
          <a:bodyPr>
            <a:normAutofit fontScale="90000"/>
          </a:bodyPr>
          <a:lstStyle/>
          <a:p>
            <a:pPr marL="444500" indent="-444500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ኢየሱስ ጸግዒ ዋልታይ</a:t>
            </a:r>
            <a:b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መስቀሉ </a:t>
            </a:r>
            <a:r>
              <a:rPr lang="en-GB" sz="8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ዕላማይ ደሙ </a:t>
            </a:r>
            <a:r>
              <a:rPr lang="en-GB" sz="8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ማይ ህይወተይ</a:t>
            </a: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ሥጋኡ ፈውሲ ህይወተይ</a:t>
            </a:r>
            <a:b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ቃሉ መግቢ ህይወተይ</a:t>
            </a:r>
            <a:endParaRPr lang="en-US" sz="9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888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2585</TotalTime>
  <Words>36</Words>
  <Application>Microsoft Office PowerPoint</Application>
  <PresentationFormat>Custom</PresentationFormat>
  <Paragraphs>11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1. ንሱ ንዓይ ኃይለይ`ዩ ንሱ ንዓይ ደገፍ`ዩ ንሱ ንዓይ መድኅን`ዩ ንሱ ንዓይ ፈውሢ`ዩ</vt:lpstr>
      <vt:lpstr>ኣዝ.  ኢየሱስ ጸግዒ ዋልታይ መስቀሉ ዕላማይ ደሙ ማይ ህይወተይ ሥጋኡ ፈውሲ ህይወተይ ቃሉ መግቢ ህይወተይ</vt:lpstr>
      <vt:lpstr>2. ኣብ ዝኸዶ ምሳይ`ዩ ኣብ ዝድቅሶ ምሳይ`ዩ ኣብ ዝሰርሖ ምሳይ`ዩ ኢየሱስ ንዓይ ህይወት`ዩ</vt:lpstr>
      <vt:lpstr>ኣዝ.  ኢየሱስ ጸግዒ ዋልታይ መስቀሉ ዕላማይ ደሙ ማይ ህይወተይ ሥጋኡ ፈውሲ ህይወተይ ቃሉ መግቢ ህይወተይ</vt:lpstr>
      <vt:lpstr>3. መድኅነይ በጃይ እዩ መስቀሉ ድኅነተይ`ዩ ብደሙ ሓጺቡኒ ሥጋኡ ፈዊሱኒ</vt:lpstr>
      <vt:lpstr>4. ኣብ ሓጎሰይ ምሳይ`ዩ ኣብ ፈተናይ ምሳይ`ዩ ንሱ ንዓይ ተስፋይ`ዩ ኢየሱስ ሰላመይ`ዩ</vt:lpstr>
      <vt:lpstr>ኣዝ.  ኢየሱስ ጸግዒ ዋልታይ መስቀሉ ዕላማይ ደሙ ማይ ህይወተይ ሥጋኡ ፈውሲ ህይወተይ ቃሉ መግቢ ህይወተይ</vt:lpstr>
      <vt:lpstr>5. ንሱ ንዓይ ፍቕሪ`ዩ ንሱ ንዓይ ሓላይ`ዩ ንሱ ንዓይ ክብረት`ዩ ንሱ ንዓይ ጸግዐይ`ዩ</vt:lpstr>
      <vt:lpstr>ኣዝ.  ኢየሱስ ጸግዒ ዋልታይ መስቀሉ ዕላማይ ደሙ ማይ ህይወተይ ሥጋኡ ፈውሲ ህይወተይ ቃሉ መግቢ ህይወተይ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ኩሉ ዘገብራ ለጽድቅ ጻድቅ ጻድቅ ውእቱ። ወዘያከብር ሰንበት ኢይበል ፈላሲ ዘገብአ ኀበ እግዚኣብሔር ይፈልጠኒኑ እምሕዝቡ፣</dc:title>
  <dc:creator>J</dc:creator>
  <cp:lastModifiedBy>Catholic Forever</cp:lastModifiedBy>
  <cp:revision>259</cp:revision>
  <dcterms:created xsi:type="dcterms:W3CDTF">2014-08-22T20:38:14Z</dcterms:created>
  <dcterms:modified xsi:type="dcterms:W3CDTF">2018-09-26T20:01:01Z</dcterms:modified>
</cp:coreProperties>
</file>