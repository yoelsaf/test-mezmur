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336" r:id="rId4"/>
    <p:sldId id="337" r:id="rId5"/>
    <p:sldId id="341" r:id="rId6"/>
    <p:sldId id="339" r:id="rId7"/>
    <p:sldId id="342" r:id="rId8"/>
    <p:sldId id="34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70" d="100"/>
          <a:sy n="70" d="100"/>
        </p:scale>
        <p:origin x="-660" y="-12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24342" y="944020"/>
            <a:ext cx="11768918" cy="3785652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መስቀልካ</a:t>
            </a:r>
            <a:endParaRPr lang="en-US" sz="24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18364"/>
            <a:ext cx="12191999" cy="5008731"/>
          </a:xfrm>
        </p:spPr>
        <p:txBody>
          <a:bodyPr>
            <a:noAutofit/>
          </a:bodyPr>
          <a:lstStyle/>
          <a:p>
            <a:pPr marL="982663" indent="-9826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75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ዘንጀርበበ ደምካ እናረኤኹ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ብዝተገርፈ ሕቖኻ በኸኹ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ስቅያትካ ነይርዎ ዕላማ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ፍቕርኻ ናባይ ክትድጉማ</a:t>
            </a:r>
            <a:endParaRPr lang="en-US" sz="8500" b="1" u="sng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3763"/>
            <a:ext cx="12192000" cy="5609233"/>
          </a:xfrm>
        </p:spPr>
        <p:txBody>
          <a:bodyPr>
            <a:normAutofit fontScale="90000"/>
          </a:bodyPr>
          <a:lstStyle/>
          <a:p>
            <a:pPr marL="627063" indent="-627063" algn="l"/>
            <a:r>
              <a:rPr lang="en-GB" sz="8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ሓይለይ</a:t>
            </a:r>
            <a:b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ዕጋበተይ</a:t>
            </a:r>
            <a:b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ብርታዐይ</a:t>
            </a:r>
            <a:b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ኩሉ ህይወተይ</a:t>
            </a:r>
            <a:endParaRPr lang="en-US" sz="9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509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5660"/>
            <a:ext cx="12191999" cy="5008731"/>
          </a:xfrm>
        </p:spPr>
        <p:txBody>
          <a:bodyPr>
            <a:noAutofit/>
          </a:bodyPr>
          <a:lstStyle/>
          <a:p>
            <a:pPr marL="982663" indent="-9826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75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ኣይከኣልኩን ቁስልኻ ክርኢ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ንዓኻ ረርእየ ክበኪ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ቀሪበ ማይ ከስትየካ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ስእሊ ስቓያትካ ሓቲምካለይ ኢኻ</a:t>
            </a:r>
            <a:endParaRPr lang="en-US" sz="8400" b="1" u="sng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010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3763"/>
            <a:ext cx="12192000" cy="5609233"/>
          </a:xfrm>
        </p:spPr>
        <p:txBody>
          <a:bodyPr>
            <a:normAutofit fontScale="90000"/>
          </a:bodyPr>
          <a:lstStyle/>
          <a:p>
            <a:pPr marL="627063" indent="-627063" algn="l"/>
            <a:r>
              <a:rPr lang="en-GB" sz="8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ሓይለይ</a:t>
            </a:r>
            <a:b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ዕጋበተይ</a:t>
            </a:r>
            <a:b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ብርታዐይ</a:t>
            </a:r>
            <a:b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ኩሉ ህይወተይ</a:t>
            </a:r>
            <a:endParaRPr lang="en-US" sz="9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083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68490"/>
            <a:ext cx="12191999" cy="5950424"/>
          </a:xfrm>
        </p:spPr>
        <p:txBody>
          <a:bodyPr>
            <a:noAutofit/>
          </a:bodyPr>
          <a:lstStyle/>
          <a:p>
            <a:pPr marL="723900" indent="-72390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1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ኣኽሊል እሾኽ ተሸንኪርካ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ብሰሪ ኃጢኣትና ርእስኻ ተበሲዕካ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መስቀልካ ተሰኪምካ ተሳቐኻ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ብመስማር ሓዲግ ሰማይ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ምድሪ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ተንጠልጢልካ</a:t>
            </a:r>
            <a:endParaRPr lang="en-US" sz="8500" b="1" u="sng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010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3763"/>
            <a:ext cx="12192000" cy="5609233"/>
          </a:xfrm>
        </p:spPr>
        <p:txBody>
          <a:bodyPr>
            <a:normAutofit fontScale="90000"/>
          </a:bodyPr>
          <a:lstStyle/>
          <a:p>
            <a:pPr marL="627063" indent="-627063" algn="l"/>
            <a:r>
              <a:rPr lang="en-GB" sz="8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ሓይለይ</a:t>
            </a:r>
            <a:b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ዕጋበተይ</a:t>
            </a:r>
            <a:b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ብርታዐይ</a:t>
            </a:r>
            <a:b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9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መስቀልካ እዩ ኩሉ ህይወተይ</a:t>
            </a:r>
            <a:endParaRPr lang="en-US" sz="9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083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96036"/>
            <a:ext cx="12192000" cy="3084394"/>
          </a:xfrm>
        </p:spPr>
        <p:txBody>
          <a:bodyPr>
            <a:normAutofit/>
          </a:bodyPr>
          <a:lstStyle/>
          <a:p>
            <a:pPr marL="627063" algn="l"/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እዚ ኩሉ ስቓይን መከራን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ምእንታይ`ዩ </a:t>
            </a: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ዝብል ኣሜን ይበል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0664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2759</TotalTime>
  <Words>26</Words>
  <Application>Microsoft Office PowerPoint</Application>
  <PresentationFormat>Custom</PresentationFormat>
  <Paragraphs>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1. ዘንጀርበበ ደምካ እናረኤኹ ብዝተገርፈ ሕቖኻ በኸኹ ስቅያትካ ነይርዎ ዕላማ ፍቕርኻ ናባይ ክትድጉማ</vt:lpstr>
      <vt:lpstr>ኣዝ.  መስቀልካ እዩ ሓይለይ መስቀልካ እዩ ዕጋበተይ መስቀልካ እዩ ብርታዐይ መስቀልካ እዩ ኩሉ ህይወተይ</vt:lpstr>
      <vt:lpstr>2. ኣይከኣልኩን ቁስልኻ ክርኢ ንዓኻ ረርእየ ክበኪ ቀሪበ ማይ ከስትየካ ስእሊ ስቓያትካ ሓቲምካለይ ኢኻ</vt:lpstr>
      <vt:lpstr>ኣዝ.  መስቀልካ እዩ ሓይለይ መስቀልካ እዩ ዕጋበተይ መስቀልካ እዩ ብርታዐይ መስቀልካ እዩ ኩሉ ህይወተይ</vt:lpstr>
      <vt:lpstr>3. ኣኽሊል እሾኽ ተሸንኪርካ ብሰሪ ኃጢኣትና ርእስኻ ተበሲዕካ መስቀልካ ተሰኪምካ ተሳቐኻ ብመስማር ሓዲግ ሰማይ ምድሪ ተንጠልጢልካ</vt:lpstr>
      <vt:lpstr>ኣዝ.  መስቀልካ እዩ ሓይለይ መስቀልካ እዩ ዕጋበተይ መስቀልካ እዩ ብርታዐይ መስቀልካ እዩ ኩሉ ህይወተይ</vt:lpstr>
      <vt:lpstr>እዚ ኩሉ ስቓይን መከራን ምእንታይ`ዩ ዝብል ኣሜን ይበል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Catholic Forever</cp:lastModifiedBy>
  <cp:revision>279</cp:revision>
  <dcterms:created xsi:type="dcterms:W3CDTF">2014-08-22T20:38:14Z</dcterms:created>
  <dcterms:modified xsi:type="dcterms:W3CDTF">2018-09-26T19:39:46Z</dcterms:modified>
</cp:coreProperties>
</file>