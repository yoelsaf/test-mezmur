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09" r:id="rId3"/>
    <p:sldId id="299" r:id="rId4"/>
    <p:sldId id="310" r:id="rId5"/>
    <p:sldId id="311" r:id="rId6"/>
    <p:sldId id="312" r:id="rId7"/>
    <p:sldId id="31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03" autoAdjust="0"/>
    <p:restoredTop sz="94660"/>
  </p:normalViewPr>
  <p:slideViewPr>
    <p:cSldViewPr snapToGrid="0">
      <p:cViewPr varScale="1">
        <p:scale>
          <a:sx n="71" d="100"/>
          <a:sy n="71" d="100"/>
        </p:scale>
        <p:origin x="-570" y="-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2893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203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5843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207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904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57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6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511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57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233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449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BA78-0074-4AD0-9803-2FA2EA7559BB}" type="datetimeFigureOut">
              <a:rPr lang="en-US" smtClean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00388" y="-168417"/>
            <a:ext cx="5521435" cy="3785652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ቃል</a:t>
            </a:r>
            <a:endParaRPr lang="en-US" sz="20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2353" y="2629585"/>
            <a:ext cx="8671720" cy="3785652"/>
          </a:xfrm>
          <a:prstGeom prst="rect">
            <a:avLst/>
          </a:prstGeom>
          <a:noFill/>
          <a:scene3d>
            <a:camera prst="obliqueTopRight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መስቀል</a:t>
            </a:r>
            <a:endParaRPr lang="en-US" sz="24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92625"/>
            <a:ext cx="12191999" cy="493828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1.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ቃል መስቀል ንዓና ንድሕን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ሓይሊ ኣምላኽ`ዩ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`ቶም ዝጠፍኡ ኩላቶም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ግና ዕሽነት`ዩ ስለዘይኣምኑ በቲ ደሙ</a:t>
            </a:r>
            <a:endParaRPr lang="en-US" sz="7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5983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916706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ሓይልና መስቀል`ዩ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ፈሲሱልና ክቡር ንጹህ ደሙ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ኣብኡ ኢና ንውከል</a:t>
            </a:r>
            <a:r>
              <a:rPr lang="en-GB" sz="85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5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ምሉእ ምድሓን ብኡ ተረኺቡ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67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92625"/>
            <a:ext cx="12191999" cy="493828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ንሕና ግን ነቲ ንኣይሁድ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መዐንቐፊ ነህዛብ`ውን ዕሽነት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ዝኾነ ዝተሰቕለ ኢየሱስ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ክርስቶስ`ዩ ሓይልና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588331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916706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ሓይልና መስቀል`ዩ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ፈሲሱልና ክቡር ንጹህ ደሙ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ኣብኡ ኢና ንውከል</a:t>
            </a:r>
            <a:r>
              <a:rPr lang="en-GB" sz="85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5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ምሉእ ምድሓን ብኡ ተረኺቡ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529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92625"/>
            <a:ext cx="12191999" cy="493828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3.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ሓይሊ ሞት ኣጽኒዑ ክሕዞ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ዘይተኻእሎ ብኹሉ ሕልቅነታት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ኣጽዋሮም`ውን ገፊፉ</a:t>
            </a:r>
            <a:r>
              <a:rPr lang="en-GB" sz="85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5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ብግልጺ ኣስተሓፈሮም</a:t>
            </a:r>
            <a:endParaRPr lang="en-US" sz="7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588331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916706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ሓይልና መስቀል`ዩ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ፈሲሱልና ክቡር ንጹህ ደሙ</a:t>
            </a:r>
            <a:b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ኣብኡ ኢና ንውከል</a:t>
            </a:r>
            <a:r>
              <a:rPr lang="en-GB" sz="85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85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ምሉእ ምድሓን ብኡ ተረኺቡ</a:t>
            </a:r>
            <a:endParaRPr lang="en-US" sz="8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529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2610</TotalTime>
  <Words>26</Words>
  <Application>Microsoft Office PowerPoint</Application>
  <PresentationFormat>Custom</PresentationFormat>
  <Paragraphs>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1. ቃል መስቀል ንዓና ንድሕን ሓይሊ ኣምላኽ`ዩ `ቶም ዝጠፍኡ ኩላቶም ግና ዕሽነት`ዩ ስለዘይኣምኑ በቲ ደሙ</vt:lpstr>
      <vt:lpstr>ኣዝ.  ሓይልና መስቀል`ዩ ፈሲሱልና ክቡር ንጹህ ደሙ ኣብኡ ኢና ንውከል ምሉእ ምድሓን ብኡ ተረኺቡ</vt:lpstr>
      <vt:lpstr>2. ንሕና ግን ነቲ ንኣይሁድ መዐንቐፊ ነህዛብ`ውን ዕሽነት ዝኾነ ዝተሰቕለ ኢየሱስ ክርስቶስ`ዩ ሓይልና</vt:lpstr>
      <vt:lpstr>ኣዝ.  ሓይልና መስቀል`ዩ ፈሲሱልና ክቡር ንጹህ ደሙ ኣብኡ ኢና ንውከል ምሉእ ምድሓን ብኡ ተረኺቡ</vt:lpstr>
      <vt:lpstr>3. ሓይሊ ሞት ኣጽኒዑ ክሕዞ ዘይተኻእሎ ብኹሉ ሕልቅነታት ኣጽዋሮም`ውን ገፊፉ ብግልጺ ኣስተሓፈሮም</vt:lpstr>
      <vt:lpstr>ኣዝ.  ሓይልና መስቀል`ዩ ፈሲሱልና ክቡር ንጹህ ደሙ ኣብኡ ኢና ንውከል ምሉእ ምድሓን ብኡ ተረኺቡ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ኩሉ ዘገብራ ለጽድቅ ጻድቅ ጻድቅ ውእቱ። ወዘያከብር ሰንበት ኢይበል ፈላሲ ዘገብአ ኀበ እግዚኣብሔር ይፈልጠኒኑ እምሕዝቡ፣</dc:title>
  <dc:creator>J</dc:creator>
  <cp:lastModifiedBy>Catholic Forever</cp:lastModifiedBy>
  <cp:revision>265</cp:revision>
  <dcterms:created xsi:type="dcterms:W3CDTF">2014-08-22T20:38:14Z</dcterms:created>
  <dcterms:modified xsi:type="dcterms:W3CDTF">2018-09-26T19:33:29Z</dcterms:modified>
</cp:coreProperties>
</file>