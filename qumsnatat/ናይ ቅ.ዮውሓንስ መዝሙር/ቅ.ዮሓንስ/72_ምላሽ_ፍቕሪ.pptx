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309" r:id="rId3"/>
    <p:sldId id="310" r:id="rId4"/>
    <p:sldId id="311" r:id="rId5"/>
    <p:sldId id="317" r:id="rId6"/>
    <p:sldId id="313" r:id="rId7"/>
    <p:sldId id="318" r:id="rId8"/>
    <p:sldId id="315" r:id="rId9"/>
    <p:sldId id="319" r:id="rId10"/>
    <p:sldId id="32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71" d="100"/>
          <a:sy n="71" d="100"/>
        </p:scale>
        <p:origin x="-618" y="-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32893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2035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458437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252071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29043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73576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68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75110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83573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12338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944940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46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0594" y="0"/>
            <a:ext cx="7913916" cy="3600986"/>
          </a:xfrm>
          <a:prstGeom prst="rect">
            <a:avLst/>
          </a:prstGeom>
          <a:noFill/>
          <a:scene3d>
            <a:camera prst="perspectiveHeroicExtremeRightFacing"/>
            <a:lightRig rig="threePt" dir="t"/>
          </a:scene3d>
        </p:spPr>
        <p:txBody>
          <a:bodyPr wrap="square" lIns="91440" tIns="45720" rIns="91440" bIns="45720">
            <a:spAutoFit/>
            <a:scene3d>
              <a:camera prst="perspectiveHeroicExtremeRightFacing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2800" b="1" spc="50" dirty="0" smtClean="0">
                <a:ln w="11430">
                  <a:solidFill>
                    <a:schemeClr val="tx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eez Wookianos" pitchFamily="2" charset="0"/>
              </a:rPr>
              <a:t>ምላሽ</a:t>
            </a:r>
            <a:endParaRPr lang="en-US" sz="11000" b="1" spc="50" dirty="0">
              <a:ln w="11430">
                <a:solidFill>
                  <a:schemeClr val="tx1"/>
                </a:solidFill>
              </a:ln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Geez Wookianos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87637" y="2573077"/>
            <a:ext cx="6004363" cy="3600986"/>
          </a:xfrm>
          <a:prstGeom prst="rect">
            <a:avLst/>
          </a:prstGeom>
          <a:noFill/>
          <a:scene3d>
            <a:camera prst="perspectiveHeroicExtremeRightFacing"/>
            <a:lightRig rig="threePt" dir="t"/>
          </a:scene3d>
        </p:spPr>
        <p:txBody>
          <a:bodyPr wrap="square" lIns="91440" tIns="45720" rIns="91440" bIns="45720">
            <a:spAutoFit/>
            <a:scene3d>
              <a:camera prst="perspectiveHeroicExtremeRightFacing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2800" b="1" spc="50" dirty="0" smtClean="0">
                <a:ln w="11430">
                  <a:solidFill>
                    <a:schemeClr val="tx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eez Wookianos" pitchFamily="2" charset="0"/>
              </a:rPr>
              <a:t>ፍቕሪ</a:t>
            </a:r>
            <a:endParaRPr lang="en-US" sz="16600" b="1" spc="50" dirty="0">
              <a:ln w="11430">
                <a:solidFill>
                  <a:schemeClr val="tx1"/>
                </a:solidFill>
              </a:ln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Geez Wookiano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47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174171"/>
            <a:ext cx="12191999" cy="6117771"/>
          </a:xfrm>
        </p:spPr>
        <p:txBody>
          <a:bodyPr>
            <a:noAutofit/>
          </a:bodyPr>
          <a:lstStyle/>
          <a:p>
            <a:pPr marL="712788" indent="-712788" algn="l"/>
            <a:r>
              <a:rPr lang="en-GB" sz="66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1.</a:t>
            </a:r>
            <a:r>
              <a:rPr lang="en-GB" sz="40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ኣይምልሶን ኣእላፍ ምስጋና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ሒደት’ዩ ምስ’ቲ ናትካ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ግና ልበይ ፈትዩ ዘንቀዶ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ማለተይ ኮይኑ የቕርቦ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ምላሽ ፍቕሪ ከም ጥዑም ሽቶ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መቕደስካ ይእቶ</a:t>
            </a: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48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n-lt"/>
              </a:rPr>
              <a:t>/4/</a:t>
            </a: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72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ዙፋንካ ይእቶ</a:t>
            </a: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48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n-lt"/>
              </a:rPr>
              <a:t>/4/</a:t>
            </a:r>
            <a:endParaRPr lang="en-US" sz="7200" b="1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1598389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02771"/>
            <a:ext cx="12192000" cy="2716947"/>
          </a:xfrm>
        </p:spPr>
        <p:txBody>
          <a:bodyPr>
            <a:normAutofit/>
          </a:bodyPr>
          <a:lstStyle/>
          <a:p>
            <a:pPr marL="712788" indent="-712788" algn="l"/>
            <a:r>
              <a:rPr lang="en-GB" sz="6500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 </a:t>
            </a:r>
            <a:r>
              <a:rPr lang="en-GB" sz="6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</a:t>
            </a:r>
            <a:r>
              <a:rPr lang="en-GB" sz="6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. </a:t>
            </a:r>
            <a:r>
              <a:rPr lang="en-GB" sz="65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sz="65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9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ተመስን</a:t>
            </a:r>
            <a:r>
              <a:rPr lang="en-GB" sz="9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9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ተባረኽ ልዕል በል</a:t>
            </a:r>
            <a:endParaRPr lang="en-US" sz="9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89133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174171"/>
            <a:ext cx="12191999" cy="6117771"/>
          </a:xfrm>
        </p:spPr>
        <p:txBody>
          <a:bodyPr>
            <a:noAutofit/>
          </a:bodyPr>
          <a:lstStyle/>
          <a:p>
            <a:pPr marL="806450" indent="-806450" algn="l"/>
            <a:r>
              <a:rPr lang="en-GB" sz="66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2.</a:t>
            </a:r>
            <a:r>
              <a:rPr lang="en-GB" sz="40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ኣምላኽ ኢኻ ካብ ዘለዓለም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ዝመስለካ ሓደ’ኳ የለን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ብዘሎ ጽቡቕ ዝገበርካ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ጎይታ ኢየሱስ በይንኻ ኢኻ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ካብ ልብና ንፈትወካ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እንካ ምስጋና</a:t>
            </a: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48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n-lt"/>
              </a:rPr>
              <a:t>/8/</a:t>
            </a:r>
            <a:endParaRPr lang="en-US" sz="7200" b="1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072336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02771"/>
            <a:ext cx="12192000" cy="2716947"/>
          </a:xfrm>
        </p:spPr>
        <p:txBody>
          <a:bodyPr>
            <a:normAutofit/>
          </a:bodyPr>
          <a:lstStyle/>
          <a:p>
            <a:pPr marL="712788" indent="-712788" algn="l"/>
            <a:r>
              <a:rPr lang="en-GB" sz="6500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 </a:t>
            </a:r>
            <a:r>
              <a:rPr lang="en-GB" sz="6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</a:t>
            </a:r>
            <a:r>
              <a:rPr lang="en-GB" sz="6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. </a:t>
            </a:r>
            <a:r>
              <a:rPr lang="en-GB" sz="65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sz="65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9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ተመስን</a:t>
            </a:r>
            <a:r>
              <a:rPr lang="en-GB" sz="9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9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ተባረኽ ልዕል በል</a:t>
            </a:r>
            <a:endParaRPr lang="en-US" sz="9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72245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174171"/>
            <a:ext cx="12191999" cy="6117771"/>
          </a:xfrm>
        </p:spPr>
        <p:txBody>
          <a:bodyPr>
            <a:noAutofit/>
          </a:bodyPr>
          <a:lstStyle/>
          <a:p>
            <a:pPr marL="806450" indent="-806450" algn="l"/>
            <a:r>
              <a:rPr lang="en-GB" sz="66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3.</a:t>
            </a:r>
            <a:r>
              <a:rPr lang="en-GB" sz="40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ክንደይ ጥዑም’ዩ ኣብ ቅድሚ ገጽካ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ስለ ኹሉ ብምስጋና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ዝጎተና እንዳረገጽና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ዝግበኣካ ከየጉደልና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ብመንፈስካ ስለዝኾነልና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ነማስወካ</a:t>
            </a: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48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n-lt"/>
              </a:rPr>
              <a:t>/4/</a:t>
            </a: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72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ነመስግነካ</a:t>
            </a: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48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n-lt"/>
              </a:rPr>
              <a:t>/4/</a:t>
            </a:r>
            <a:endParaRPr lang="en-US" sz="7200" b="1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072336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02771"/>
            <a:ext cx="12192000" cy="2716947"/>
          </a:xfrm>
        </p:spPr>
        <p:txBody>
          <a:bodyPr>
            <a:normAutofit/>
          </a:bodyPr>
          <a:lstStyle/>
          <a:p>
            <a:pPr marL="712788" indent="-712788" algn="l"/>
            <a:r>
              <a:rPr lang="en-GB" sz="6500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 </a:t>
            </a:r>
            <a:r>
              <a:rPr lang="en-GB" sz="6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</a:t>
            </a:r>
            <a:r>
              <a:rPr lang="en-GB" sz="6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. </a:t>
            </a:r>
            <a:r>
              <a:rPr lang="en-GB" sz="65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sz="65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9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ተመስን</a:t>
            </a:r>
            <a:r>
              <a:rPr lang="en-GB" sz="9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9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ተባረኽ ልዕል በል</a:t>
            </a:r>
            <a:endParaRPr lang="en-US" sz="9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72245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174171"/>
            <a:ext cx="12191999" cy="6117771"/>
          </a:xfrm>
        </p:spPr>
        <p:txBody>
          <a:bodyPr>
            <a:noAutofit/>
          </a:bodyPr>
          <a:lstStyle/>
          <a:p>
            <a:pPr marL="806450" indent="-806450" algn="l"/>
            <a:r>
              <a:rPr lang="en-GB" sz="66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4.</a:t>
            </a:r>
            <a:r>
              <a:rPr lang="en-GB" sz="40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ኣኽብሮተይ እገልጸልካ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ብመንፈስ እሰግደልካ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ማለተይ’ዩ ዝዝምረልካ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ቃላት ምድሪ ኣይበቕዓካን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ልዕሊ ኣእምሮ ብኹሉ ኢኻ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ይቀደስ ስምካ</a:t>
            </a: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48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n-lt"/>
              </a:rPr>
              <a:t>/8/</a:t>
            </a:r>
            <a:endParaRPr lang="en-US" sz="7200" b="1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072336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02771"/>
            <a:ext cx="12192000" cy="2716947"/>
          </a:xfrm>
        </p:spPr>
        <p:txBody>
          <a:bodyPr>
            <a:normAutofit/>
          </a:bodyPr>
          <a:lstStyle/>
          <a:p>
            <a:pPr marL="712788" indent="-712788" algn="l"/>
            <a:r>
              <a:rPr lang="en-GB" sz="6500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 </a:t>
            </a:r>
            <a:r>
              <a:rPr lang="en-GB" sz="6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</a:t>
            </a:r>
            <a:r>
              <a:rPr lang="en-GB" sz="6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. </a:t>
            </a:r>
            <a:r>
              <a:rPr lang="en-GB" sz="65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sz="65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9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ተመስን</a:t>
            </a:r>
            <a:r>
              <a:rPr lang="en-GB" sz="9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9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ተባረኽ ልዕል በል</a:t>
            </a:r>
            <a:endParaRPr lang="en-US" sz="9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72245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57201"/>
            <a:ext cx="12192000" cy="4693023"/>
          </a:xfrm>
        </p:spPr>
        <p:txBody>
          <a:bodyPr>
            <a:normAutofit/>
          </a:bodyPr>
          <a:lstStyle/>
          <a:p>
            <a:pPr marL="712788" algn="l"/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ኣታ ፍትወይ የመስግነካ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ኣታ ፍትወይ ይባርኸካ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ፍትወይ ናተይ የመስግነካ </a:t>
            </a:r>
            <a:r>
              <a:rPr lang="en-GB" sz="54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n-lt"/>
              </a:rPr>
              <a:t>/2/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ፍቱው ኢየሱሰይ ይባርኸካ</a:t>
            </a:r>
            <a:endParaRPr lang="en-US" sz="8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17650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2606</TotalTime>
  <Words>39</Words>
  <Application>Microsoft Office PowerPoint</Application>
  <PresentationFormat>Custom</PresentationFormat>
  <Paragraphs>11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1. ኣይምልሶን ኣእላፍ ምስጋና ሒደት’ዩ ምስ’ቲ ናትካ ግና ልበይ ፈትዩ ዘንቀዶ ማለተይ ኮይኑ የቕርቦ ምላሽ ፍቕሪ ከም ጥዑም ሽቶ መቕደስካ ይእቶ /4/ ዙፋንካ ይእቶ /4/</vt:lpstr>
      <vt:lpstr> ኣዝ.  ተመስን ተባረኽ ልዕል በል</vt:lpstr>
      <vt:lpstr>2. ኣምላኽ ኢኻ ካብ ዘለዓለም ዝመስለካ ሓደ’ኳ የለን ብዘሎ ጽቡቕ ዝገበርካ ጎይታ ኢየሱስ በይንኻ ኢኻ ካብ ልብና ንፈትወካ እንካ ምስጋና /8/</vt:lpstr>
      <vt:lpstr> ኣዝ.  ተመስን ተባረኽ ልዕል በል</vt:lpstr>
      <vt:lpstr>3. ክንደይ ጥዑም’ዩ ኣብ ቅድሚ ገጽካ ስለ ኹሉ ብምስጋና ዝጎተና እንዳረገጽና ዝግበኣካ ከየጉደልና ብመንፈስካ ስለዝኾነልና ነማስወካ /4/ ነመስግነካ /4/</vt:lpstr>
      <vt:lpstr> ኣዝ.  ተመስን ተባረኽ ልዕል በል</vt:lpstr>
      <vt:lpstr>4. ኣኽብሮተይ እገልጸልካ ብመንፈስ እሰግደልካ ማለተይ’ዩ ዝዝምረልካ ቃላት ምድሪ ኣይበቕዓካን ልዕሊ ኣእምሮ ብኹሉ ኢኻ ይቀደስ ስምካ /8/</vt:lpstr>
      <vt:lpstr> ኣዝ.  ተመስን ተባረኽ ልዕል በል</vt:lpstr>
      <vt:lpstr>ኣታ ፍትወይ የመስግነካ ኣታ ፍትወይ ይባርኸካ ፍትወይ ናተይ የመስግነካ /2/ ፍቱው ኢየሱሰይ ይባርኸካ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ኩሉ ዘገብራ ለጽድቅ ጻድቅ ጻድቅ ውእቱ። ወዘያከብር ሰንበት ኢይበል ፈላሲ ዘገብአ ኀበ እግዚኣብሔር ይፈልጠኒኑ እምሕዝቡ፣</dc:title>
  <dc:creator>J</dc:creator>
  <cp:lastModifiedBy>Catholic Forever</cp:lastModifiedBy>
  <cp:revision>262</cp:revision>
  <dcterms:created xsi:type="dcterms:W3CDTF">2014-08-22T20:38:14Z</dcterms:created>
  <dcterms:modified xsi:type="dcterms:W3CDTF">2018-09-10T18:41:21Z</dcterms:modified>
</cp:coreProperties>
</file>