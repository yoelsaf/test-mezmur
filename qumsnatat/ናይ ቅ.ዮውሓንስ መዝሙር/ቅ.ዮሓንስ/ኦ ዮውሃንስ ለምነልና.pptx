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1" r:id="rId2"/>
    <p:sldId id="309" r:id="rId3"/>
    <p:sldId id="299" r:id="rId4"/>
    <p:sldId id="310" r:id="rId5"/>
    <p:sldId id="311" r:id="rId6"/>
    <p:sldId id="312" r:id="rId7"/>
    <p:sldId id="313" r:id="rId8"/>
    <p:sldId id="314" r:id="rId9"/>
    <p:sldId id="31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03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0" y="6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328931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20357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458437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2071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0290431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073576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98685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75110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835733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123383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94494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4000" b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FBA78-0074-4AD0-9803-2FA2EA7559BB}" type="datetimeFigureOut">
              <a:rPr lang="en-US" smtClean="0"/>
              <a:t>9/11/2018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E62F35-6C1A-43D8-9783-4EDA643839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4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06370" y="-193942"/>
            <a:ext cx="10438576" cy="3170099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ኦ ዮውሃንስ</a:t>
            </a:r>
            <a:endParaRPr lang="en-US" sz="20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91334" y="2685013"/>
            <a:ext cx="8671720" cy="3170099"/>
          </a:xfrm>
          <a:prstGeom prst="rect">
            <a:avLst/>
          </a:prstGeom>
          <a:noFill/>
          <a:scene3d>
            <a:camera prst="perspectiveHeroicExtremeRightFacing"/>
            <a:lightRig rig="threePt" dir="t"/>
          </a:scene3d>
        </p:spPr>
        <p:txBody>
          <a:bodyPr wrap="square" lIns="91440" tIns="45720" rIns="91440" bIns="45720">
            <a:spAutoFit/>
            <a:scene3d>
              <a:camera prst="perspectiveHeroicExtremeRightFacing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20000" b="1" spc="50" dirty="0" smtClean="0">
                <a:ln w="11430">
                  <a:solidFill>
                    <a:schemeClr val="tx1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Geez Wookianos" pitchFamily="2" charset="0"/>
              </a:rPr>
              <a:t>ለምነልና</a:t>
            </a:r>
            <a:endParaRPr lang="en-US" sz="20000" b="1" spc="50" dirty="0">
              <a:ln w="11430">
                <a:solidFill>
                  <a:schemeClr val="tx1"/>
                </a:solidFill>
              </a:ln>
              <a:blipFill dpi="0"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a:blip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Geez Wookiano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473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1.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ከርሲ ኣዲኡ ተጸይሩ እንከሎ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መንፈስ ናይ ኣምላኽ ኣሰራሰሮ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ቀቅድሚ ኢየሱስ ክኸይድ ዝበለ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ናይ ልዑል ጎይታ ነብይ ተባህለ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15983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63070"/>
            <a:ext cx="12192000" cy="2541495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ኦ ዮውሃንስ ለምነልና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/4/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96735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2.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ድነ ጸልማት ብርሃን ዘብርህ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7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ናብ መንገዲ ሰላም ኣእጋርና ዝመርሕ</a:t>
            </a:r>
            <a:br>
              <a:rPr lang="en-GB" sz="77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7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እቲ እግዚ</a:t>
            </a:r>
            <a:r>
              <a:rPr lang="en-GB" sz="7700" b="1" u="sng" baseline="3000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ር</a:t>
            </a:r>
            <a:r>
              <a:rPr lang="en-GB" sz="77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ብነብያት ዝበሎ</a:t>
            </a:r>
            <a:br>
              <a:rPr lang="en-GB" sz="77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7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ዮውሃንሰይ ተፈጺሙ`ሎ</a:t>
            </a:r>
            <a:endParaRPr lang="en-US" sz="77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1577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63070"/>
            <a:ext cx="12192000" cy="2541495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ኦ ዮውሃንስ ለምነልና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/4/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853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575855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3.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ነቲ ቃል ኣምላኽ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ኣጻምእ ዝተነግረ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ምእንቲ ከበስር ብትብዓት ዝዞረ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ኣብ ማእከል ኣህዛብ ትሕትና መሃረ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75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ኣንበጣን መዓር በረኻን መግቡ ዝነበረ</a:t>
            </a:r>
            <a:endParaRPr lang="en-US" sz="75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1577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363070"/>
            <a:ext cx="12192000" cy="2541495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ኦ ዮውሃንስ ለምነልና </a:t>
            </a:r>
            <a:r>
              <a:rPr lang="en-GB" sz="54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+mn-lt"/>
              </a:rPr>
              <a:t>/4/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853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00202"/>
            <a:ext cx="12191999" cy="4750021"/>
          </a:xfrm>
        </p:spPr>
        <p:txBody>
          <a:bodyPr>
            <a:noAutofit/>
          </a:bodyPr>
          <a:lstStyle/>
          <a:p>
            <a:pPr marL="806450" indent="-806450" algn="l"/>
            <a:r>
              <a:rPr lang="en-GB" sz="75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4.</a:t>
            </a:r>
            <a:r>
              <a:rPr lang="en-GB" sz="2400" b="1" spc="300" dirty="0" smtClean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ናይ ወንጌል ድሕነት ፍልጠት ወሃቢ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ናይ ማይ ኣጠማቒ ዮውሃንስ ነብይ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ክርስቶስ ለዓለ ንሱ ተሓተ</a:t>
            </a:r>
            <a:b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0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</a:rPr>
              <a:t>ምእንቲ ሓቂ ብሰይፊ ሞተ </a:t>
            </a:r>
            <a:endParaRPr lang="en-US" sz="80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31577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61366"/>
            <a:ext cx="12192000" cy="6185648"/>
          </a:xfrm>
        </p:spPr>
        <p:txBody>
          <a:bodyPr>
            <a:normAutofit/>
          </a:bodyPr>
          <a:lstStyle/>
          <a:p>
            <a:pPr marL="712788" indent="-712788" algn="l"/>
            <a:r>
              <a:rPr lang="en-GB" sz="66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ኣዝ.</a:t>
            </a:r>
            <a:r>
              <a:rPr lang="en-GB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> </a:t>
            </a:r>
            <a: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  <a:t/>
            </a:r>
            <a:br>
              <a:rPr lang="en-GB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12700" stA="28000" endPos="45000" dist="1000" dir="5400000" sy="-100000" algn="bl" rotWithShape="0"/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ኦ ዮውሃንስ ለምነልና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ኦ ዮውሃንስ ሓግዘና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ኦ ዮውሃንስ ጸልየልና</a:t>
            </a:r>
            <a:b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GB" sz="89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ኦ ዮውሃንስ ኣማልደልና</a:t>
            </a:r>
            <a:endParaRPr lang="en-US" sz="89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12700" stA="28000" endPos="45000" dist="1000" dir="5400000" sy="-100000" algn="bl" rotWithShape="0"/>
              </a:effectLst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1853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</TotalTime>
  <Words>37</Words>
  <Application>Microsoft Office PowerPoint</Application>
  <PresentationFormat>Widescreen</PresentationFormat>
  <Paragraphs>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Geez Wookianos</vt:lpstr>
      <vt:lpstr>Office Theme</vt:lpstr>
      <vt:lpstr>PowerPoint Presentation</vt:lpstr>
      <vt:lpstr>1. ኣብ ከርሲ ኣዲኡ ተጸይሩ እንከሎ መንፈስ ናይ ኣምላኽ ኣሰራሰሮ ቀቅድሚ ኢየሱስ ክኸይድ ዝበለ ናይ ልዑል ጎይታ ነብይ ተባህለ</vt:lpstr>
      <vt:lpstr>ኣዝ.  ኦ ዮውሃንስ ለምነልና /4/</vt:lpstr>
      <vt:lpstr>2. ኣብ ድነ ጸልማት ብርሃን ዘብርህ ናብ መንገዲ ሰላም ኣእጋርና ዝመርሕ እቲ እግዚር ብነብያት ዝበሎ ኣብ ዮውሃንሰይ ተፈጺሙ`ሎ</vt:lpstr>
      <vt:lpstr>ኣዝ.  ኦ ዮውሃንስ ለምነልና /4/</vt:lpstr>
      <vt:lpstr>3. ነቲ ቃል ኣምላኽ ኣብ ኣጻምእ ዝተነግረ ምእንቲ ከበስር ብትብዓት ዝዞረ ኣብ ማእከል ኣህዛብ ትሕትና መሃረ ኣንበጣን መዓር በረኻን መግቡ ዝነበረ</vt:lpstr>
      <vt:lpstr>ኣዝ.  ኦ ዮውሃንስ ለምነልና /4/</vt:lpstr>
      <vt:lpstr>4. ናይ ወንጌል ድሕነት ፍልጠት ወሃቢ ናይ ማይ ኣጠማቒ ዮውሃንስ ነብይ ክርስቶስ ለዓለ ንሱ ተሓተ ምእንቲ ሓቂ ብሰይፊ ሞተ </vt:lpstr>
      <vt:lpstr>ኣዝ.  ኦ ዮውሃንስ ለምነልና ኦ ዮውሃንስ ሓግዘና ኦ ዮውሃንስ ጸልየልና ኦ ዮውሃንስ ኣማልደልና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ኩሉ ዘገብራ ለጽድቅ ጻድቅ ጻድቅ ውእቱ። ወዘያከብር ሰንበት ኢይበል ፈላሲ ዘገብአ ኀበ እግዚኣብሔር ይፈልጠኒኑ እምሕዝቡ፣</dc:title>
  <dc:creator>J</dc:creator>
  <cp:lastModifiedBy>Windows User</cp:lastModifiedBy>
  <cp:revision>267</cp:revision>
  <dcterms:created xsi:type="dcterms:W3CDTF">2014-08-22T20:38:14Z</dcterms:created>
  <dcterms:modified xsi:type="dcterms:W3CDTF">2018-09-11T15:01:25Z</dcterms:modified>
</cp:coreProperties>
</file>