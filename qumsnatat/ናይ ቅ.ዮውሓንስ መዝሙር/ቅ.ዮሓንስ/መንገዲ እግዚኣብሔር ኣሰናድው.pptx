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309" r:id="rId3"/>
    <p:sldId id="299" r:id="rId4"/>
    <p:sldId id="310" r:id="rId5"/>
    <p:sldId id="311" r:id="rId6"/>
    <p:sldId id="312" r:id="rId7"/>
    <p:sldId id="313" r:id="rId8"/>
    <p:sldId id="314" r:id="rId9"/>
    <p:sldId id="31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03" autoAdjust="0"/>
    <p:restoredTop sz="94660"/>
  </p:normalViewPr>
  <p:slideViewPr>
    <p:cSldViewPr snapToGrid="0">
      <p:cViewPr varScale="1">
        <p:scale>
          <a:sx n="69" d="100"/>
          <a:sy n="69" d="100"/>
        </p:scale>
        <p:origin x="-648" y="-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2893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203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45843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5207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904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357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68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511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3573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2338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4494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81205" y="-80325"/>
            <a:ext cx="12344400" cy="2862322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15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መንገዲ</a:t>
            </a:r>
            <a:r>
              <a:rPr lang="en-US" sz="18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 እግዚ</a:t>
            </a:r>
            <a:r>
              <a:rPr lang="en-US" sz="18000" b="1" u="sng" spc="50" baseline="3000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ር</a:t>
            </a:r>
            <a:endParaRPr lang="en-US" sz="15000" b="1" u="sng" spc="50" baseline="3000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91334" y="2989813"/>
            <a:ext cx="8671720" cy="3170099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0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ኣሰናድው</a:t>
            </a:r>
            <a:endParaRPr lang="en-US" sz="20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0202"/>
            <a:ext cx="12191999" cy="475002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1.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ጉድጓድ ዘበለ ኩሉ ይምላእ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ጥውይዋይ መገዲ ኩሉ ይቕናዕ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እምባን ኩርባን ኩሉ ለጥ ይበል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ሓባጥ ጎባጥ ድማ ሰጥ ይበል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5983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513295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መንገዲ እግዚ</a:t>
            </a:r>
            <a:r>
              <a:rPr lang="en-GB" sz="8000" b="1" u="sng" baseline="300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ር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ኣሰናድው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ጐደናታቱ ኣቕንዑ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እናበለ ኣብ በረኻ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ዝጭርሕ ድምጺ ዮሓንስ`ዩ</a:t>
            </a:r>
            <a:endParaRPr lang="en-US" sz="89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67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0202"/>
            <a:ext cx="12191999" cy="6484692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ንንስሓ ዝበቅዕ ፍረ ግበሩ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ኣብርሃም`ዩ ኣቦና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ኢልኩም ኣይትጠብሩ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ከመይ`ሲ እግዚኣብሔር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ነቦኹም ኣብርሃም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7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ካብ`ዚ እእማን`ዚ ውሉድ የተንስኣሉ</a:t>
            </a:r>
            <a:endParaRPr lang="en-US" sz="77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75319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513295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መንገዲ እግዚ</a:t>
            </a:r>
            <a:r>
              <a:rPr lang="en-GB" sz="8000" b="1" u="sng" baseline="300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ር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ኣሰናድው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ጐደናታቱ ኣቕንዑ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እናበለ ኣብ በረኻ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ዝጭርሕ ድምጺ ዮሓንስ`ዩ</a:t>
            </a:r>
            <a:endParaRPr lang="en-US" sz="89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12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0202"/>
            <a:ext cx="12191999" cy="475002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3.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ካብ ኣምላኽ ዝመጸ ብኩለንትናኡ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ካብ ኃጢኣት ነጺሑ ምሉእ ብምሉእ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ጽቡቕ ፍረ ዘይፈሪ ኩሉ ክቑረጽ`ዩ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ናብ ሓዊ ገሃነም ክድርበ`ውን `ዩ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75319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513295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መንገዲ እግዚ</a:t>
            </a:r>
            <a:r>
              <a:rPr lang="en-GB" sz="8000" b="1" u="sng" baseline="300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ር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ኣሰናድው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ጐደናታቱ ኣቕንዑ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እናበለ ኣብ በረኻ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ዝጭርሕ ድምጺ ዮሓንስ`ዩ</a:t>
            </a:r>
            <a:endParaRPr lang="en-US" sz="89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12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0202"/>
            <a:ext cx="12191999" cy="475002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4.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ስለ`ዚ ጎይታና መሓረና ኢኻ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ንፍጡራትካ ራሕርሓልና ኢኻ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መንገዲ ሕይወት ሓብረና ኢኻ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ናተይ`ውን ኢኹም በለና ኢኻ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75319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513295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መንገዲ እግዚ</a:t>
            </a:r>
            <a:r>
              <a:rPr lang="en-GB" sz="8000" b="1" u="sng" baseline="300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ር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ኣሰናድው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ጐደናታቱ ኣቕንዑ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እናበለ ኣብ በረኻ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ዝጭርሕ ድምጺ ዮሓንስ`ዩ</a:t>
            </a:r>
            <a:endParaRPr lang="en-US" sz="89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12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2612</TotalTime>
  <Words>35</Words>
  <Application>Microsoft Office PowerPoint</Application>
  <PresentationFormat>Custom</PresentationFormat>
  <Paragraphs>10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1. ጉድጓድ ዘበለ ኩሉ ይምላእ ጥውይዋይ መገዲ ኩሉ ይቕናዕ እምባን ኩርባን ኩሉ ለጥ ይበል ሓባጥ ጎባጥ ድማ ሰጥ ይበል</vt:lpstr>
      <vt:lpstr>ኣዝ.  መንገዲ እግዚር ኣሰናድው ጐደናታቱ ኣቕንዑ እናበለ ኣብ በረኻ ዝጭርሕ ድምጺ ዮሓንስ`ዩ</vt:lpstr>
      <vt:lpstr>2. ንንስሓ ዝበቅዕ ፍረ ግበሩ ኣብርሃም`ዩ ኣቦና ኢልኩም ኣይትጠብሩ ከመይ`ሲ እግዚኣብሔር ነቦኹም ኣብርሃም ካብ`ዚ እእማን`ዚ ውሉድ የተንስኣሉ</vt:lpstr>
      <vt:lpstr>ኣዝ.  መንገዲ እግዚር ኣሰናድው ጐደናታቱ ኣቕንዑ እናበለ ኣብ በረኻ ዝጭርሕ ድምጺ ዮሓንስ`ዩ</vt:lpstr>
      <vt:lpstr>3. ካብ ኣምላኽ ዝመጸ ብኩለንትናኡ ካብ ኃጢኣት ነጺሑ ምሉእ ብምሉእ ጽቡቕ ፍረ ዘይፈሪ ኩሉ ክቑረጽ`ዩ ናብ ሓዊ ገሃነም ክድርበ`ውን `ዩ</vt:lpstr>
      <vt:lpstr>ኣዝ.  መንገዲ እግዚር ኣሰናድው ጐደናታቱ ኣቕንዑ እናበለ ኣብ በረኻ ዝጭርሕ ድምጺ ዮሓንስ`ዩ</vt:lpstr>
      <vt:lpstr>4. ስለ`ዚ ጎይታና መሓረና ኢኻ ንፍጡራትካ ራሕርሓልና ኢኻ መንገዲ ሕይወት ሓብረና ኢኻ ናተይ`ውን ኢኹም በለና ኢኻ</vt:lpstr>
      <vt:lpstr>ኣዝ.  መንገዲ እግዚር ኣሰናድው ጐደናታቱ ኣቕንዑ እናበለ ኣብ በረኻ ዝጭርሕ ድምጺ ዮሓንስ`ዩ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ኩሉ ዘገብራ ለጽድቅ ጻድቅ ጻድቅ ውእቱ። ወዘያከብር ሰንበት ኢይበል ፈላሲ ዘገብአ ኀበ እግዚኣብሔር ይፈልጠኒኑ እምሕዝቡ፣</dc:title>
  <dc:creator>J</dc:creator>
  <cp:lastModifiedBy>Catholic Forever</cp:lastModifiedBy>
  <cp:revision>266</cp:revision>
  <dcterms:created xsi:type="dcterms:W3CDTF">2014-08-22T20:38:14Z</dcterms:created>
  <dcterms:modified xsi:type="dcterms:W3CDTF">2018-09-10T18:07:51Z</dcterms:modified>
</cp:coreProperties>
</file>