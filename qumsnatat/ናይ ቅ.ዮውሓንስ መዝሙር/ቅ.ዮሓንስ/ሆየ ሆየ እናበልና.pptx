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1" r:id="rId2"/>
    <p:sldId id="309" r:id="rId3"/>
    <p:sldId id="299" r:id="rId4"/>
    <p:sldId id="310" r:id="rId5"/>
    <p:sldId id="311" r:id="rId6"/>
    <p:sldId id="312" r:id="rId7"/>
    <p:sldId id="31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03" autoAdjust="0"/>
    <p:restoredTop sz="94660"/>
  </p:normalViewPr>
  <p:slideViewPr>
    <p:cSldViewPr snapToGrid="0">
      <p:cViewPr varScale="1">
        <p:scale>
          <a:sx n="71" d="100"/>
          <a:sy n="71" d="100"/>
        </p:scale>
        <p:origin x="570" y="6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328931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20357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458437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252071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9/11/2018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29043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9/11/2018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73576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9/11/2018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685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751107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83573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123383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944940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4000" b="-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FBA78-0074-4AD0-9803-2FA2EA7559BB}" type="datetimeFigureOut">
              <a:rPr lang="en-US" smtClean="0"/>
              <a:t>9/11/2018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46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83606" y="-168417"/>
            <a:ext cx="9532331" cy="3170099"/>
          </a:xfrm>
          <a:prstGeom prst="rect">
            <a:avLst/>
          </a:prstGeom>
          <a:noFill/>
          <a:scene3d>
            <a:camera prst="perspectiveHeroicExtremeRightFacing"/>
            <a:lightRig rig="threePt" dir="t"/>
          </a:scene3d>
        </p:spPr>
        <p:txBody>
          <a:bodyPr wrap="square" lIns="91440" tIns="45720" rIns="91440" bIns="45720">
            <a:spAutoFit/>
            <a:scene3d>
              <a:camera prst="perspectiveHeroicExtremeRightFacing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0000" b="1" spc="50" dirty="0" smtClean="0">
                <a:ln w="11430">
                  <a:solidFill>
                    <a:schemeClr val="tx1"/>
                  </a:solidFill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Geez Wookianos" pitchFamily="2" charset="0"/>
              </a:rPr>
              <a:t>ሆየ ሆየ</a:t>
            </a:r>
            <a:endParaRPr lang="en-US" sz="20000" b="1" spc="50" dirty="0">
              <a:ln w="11430">
                <a:solidFill>
                  <a:schemeClr val="tx1"/>
                </a:solidFill>
              </a:ln>
              <a:blipFill dpi="0"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Geez Wookianos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365406" y="2685013"/>
            <a:ext cx="8671720" cy="3170099"/>
          </a:xfrm>
          <a:prstGeom prst="rect">
            <a:avLst/>
          </a:prstGeom>
          <a:noFill/>
          <a:scene3d>
            <a:camera prst="perspectiveHeroicExtremeRightFacing"/>
            <a:lightRig rig="threePt" dir="t"/>
          </a:scene3d>
        </p:spPr>
        <p:txBody>
          <a:bodyPr wrap="square" lIns="91440" tIns="45720" rIns="91440" bIns="45720">
            <a:spAutoFit/>
            <a:scene3d>
              <a:camera prst="perspectiveHeroicExtremeRightFacing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0000" b="1" spc="50" dirty="0" smtClean="0">
                <a:ln w="11430">
                  <a:solidFill>
                    <a:schemeClr val="tx1"/>
                  </a:solidFill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Geez Wookianos" pitchFamily="2" charset="0"/>
              </a:rPr>
              <a:t>እናበልና</a:t>
            </a:r>
            <a:endParaRPr lang="en-US" sz="20000" b="1" spc="50" dirty="0">
              <a:ln w="11430">
                <a:solidFill>
                  <a:schemeClr val="tx1"/>
                </a:solidFill>
              </a:ln>
              <a:blipFill dpi="0"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Geez Wookiano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473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1943"/>
            <a:ext cx="12191999" cy="5893022"/>
          </a:xfrm>
        </p:spPr>
        <p:txBody>
          <a:bodyPr>
            <a:noAutofit/>
          </a:bodyPr>
          <a:lstStyle/>
          <a:p>
            <a:pPr marL="806450" indent="-806450" algn="l"/>
            <a:r>
              <a:rPr lang="en-GB" sz="7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1.</a:t>
            </a:r>
            <a:r>
              <a:rPr lang="en-GB" sz="24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እርኢ ኣለኹ ትንቢት ክፍጸም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መድኅነይ መጺኡ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ኣብ ቅድሜኻ ክጥመቕ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ፍቑር ወደይ`ዩ እናበለ ክእውጅ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መንፈስ ቅዱስ ካብ ሰማይ ክዓስል</a:t>
            </a:r>
            <a:endParaRPr lang="en-US" sz="80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15983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387352"/>
          </a:xfrm>
        </p:spPr>
        <p:txBody>
          <a:bodyPr>
            <a:normAutofit fontScale="90000"/>
          </a:bodyPr>
          <a:lstStyle/>
          <a:p>
            <a:pPr marL="363538" indent="-363538" algn="l"/>
            <a:r>
              <a:rPr lang="en-GB" sz="66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ኣዝ.</a:t>
            </a:r>
            <a:r>
              <a:rPr lang="en-GB" sz="4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/>
            </a:r>
            <a:b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</a:br>
            <a: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ዮውሃንስ `ናበልና መጥመቕ እናበልና</a:t>
            </a:r>
            <a:b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ንክቡር ስምካ ከነኽብሮ ኢና</a:t>
            </a: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/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ሆየ ሆየ `ናበልና</a:t>
            </a: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53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+mn-lt"/>
              </a:rPr>
              <a:t>/2/ </a:t>
            </a:r>
            <a:r>
              <a:rPr lang="en-GB" sz="7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ንጎይታ ክንቕበሎ ኢና</a:t>
            </a: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/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9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ሆየ ሆየ `ናበልና</a:t>
            </a: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53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+mn-lt"/>
              </a:rPr>
              <a:t>/2/</a:t>
            </a: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/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ጸልማት ኣብሪህና ክንቕበሎ ኢና</a:t>
            </a:r>
            <a:endParaRPr lang="en-US" sz="89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967351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95834"/>
            <a:ext cx="12191999" cy="4908177"/>
          </a:xfrm>
        </p:spPr>
        <p:txBody>
          <a:bodyPr>
            <a:noAutofit/>
          </a:bodyPr>
          <a:lstStyle/>
          <a:p>
            <a:pPr marL="806450" indent="-806450" algn="l"/>
            <a:r>
              <a:rPr lang="en-GB" sz="7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2.</a:t>
            </a:r>
            <a:r>
              <a:rPr lang="en-GB" sz="24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ማይ ናይ ዮርዳኖስ ኃጢኣትና ሓጸቦ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ካብ ኣዳም ጀሚሩ ክፍኣት ዝኸበቦ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ሕጂ ንዮውሃንስ ጸጋ ምስ ተዋህቦ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ማዕጾና ተራሕዩ መድሕና ይኣቱ`ሎ</a:t>
            </a:r>
            <a:endParaRPr lang="en-US" sz="80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152986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387352"/>
          </a:xfrm>
        </p:spPr>
        <p:txBody>
          <a:bodyPr>
            <a:normAutofit fontScale="90000"/>
          </a:bodyPr>
          <a:lstStyle/>
          <a:p>
            <a:pPr marL="363538" indent="-363538" algn="l"/>
            <a:r>
              <a:rPr lang="en-GB" sz="66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ኣዝ.</a:t>
            </a:r>
            <a:r>
              <a:rPr lang="en-GB" sz="4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/>
            </a:r>
            <a:b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</a:br>
            <a: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ዮውሃንስ `ናበልና መጥመቕ እናበልና</a:t>
            </a:r>
            <a:b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ንክቡር ስምካ ከነኽብሮ ኢና</a:t>
            </a: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/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ሆየ ሆየ `ናበልና</a:t>
            </a: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53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+mn-lt"/>
              </a:rPr>
              <a:t>/2/ </a:t>
            </a:r>
            <a:r>
              <a:rPr lang="en-GB" sz="7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ንጎይታ ክንቕበሎ ኢና</a:t>
            </a: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/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9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ሆየ ሆየ `ናበልና</a:t>
            </a: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53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+mn-lt"/>
              </a:rPr>
              <a:t>/2/</a:t>
            </a: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/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ጸልማት ኣብሪህና ክንቕበሎ ኢና</a:t>
            </a:r>
            <a:endParaRPr lang="en-US" sz="89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036950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1943"/>
            <a:ext cx="12191999" cy="5893022"/>
          </a:xfrm>
        </p:spPr>
        <p:txBody>
          <a:bodyPr>
            <a:noAutofit/>
          </a:bodyPr>
          <a:lstStyle/>
          <a:p>
            <a:pPr marL="806450" indent="-806450" algn="l"/>
            <a:r>
              <a:rPr lang="en-GB" sz="7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3.</a:t>
            </a:r>
            <a:r>
              <a:rPr lang="en-GB" sz="24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ብጥምቀት ኣቢሉ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ናብ መርከብ ዘሳግር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ንዘለዓለም ብእምነት ክነብር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መሲሕ ንክኸብር መንገዲ ዝጸርግ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ንሓደ ኣምላኽ ጸሎት ከነዕርግ</a:t>
            </a:r>
            <a:endParaRPr lang="en-US" sz="80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152986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387352"/>
          </a:xfrm>
        </p:spPr>
        <p:txBody>
          <a:bodyPr>
            <a:normAutofit fontScale="90000"/>
          </a:bodyPr>
          <a:lstStyle/>
          <a:p>
            <a:pPr marL="363538" indent="-363538" algn="l"/>
            <a:r>
              <a:rPr lang="en-GB" sz="66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ኣዝ.</a:t>
            </a:r>
            <a:r>
              <a:rPr lang="en-GB" sz="4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/>
            </a:r>
            <a:b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</a:br>
            <a: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ዮውሃንስ `ናበልና መጥመቕ እናበልና</a:t>
            </a:r>
            <a:b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ንክቡር ስምካ ከነኽብሮ ኢና</a:t>
            </a: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/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ሆየ ሆየ `ናበልና</a:t>
            </a: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53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+mn-lt"/>
              </a:rPr>
              <a:t>/2/ </a:t>
            </a:r>
            <a:r>
              <a:rPr lang="en-GB" sz="7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ንጎይታ ክንቕበሎ ኢና</a:t>
            </a: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/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9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ሆየ ሆየ `ናበልና</a:t>
            </a: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53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+mn-lt"/>
              </a:rPr>
              <a:t>/2/</a:t>
            </a: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/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ጸልማት ኣብሪህና ክንቕበሎ ኢና</a:t>
            </a:r>
            <a:endParaRPr lang="en-US" sz="89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036950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2615</TotalTime>
  <Words>26</Words>
  <Application>Microsoft Office PowerPoint</Application>
  <PresentationFormat>Widescreen</PresentationFormat>
  <Paragraphs>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Geez Wookianos</vt:lpstr>
      <vt:lpstr>Office Theme</vt:lpstr>
      <vt:lpstr>PowerPoint Presentation</vt:lpstr>
      <vt:lpstr>1. እርኢ ኣለኹ ትንቢት ክፍጸም መድኅነይ መጺኡ ኣብ ቅድሜኻ ክጥመቕ ፍቑር ወደይ`ዩ እናበለ ክእውጅ መንፈስ ቅዱስ ካብ ሰማይ ክዓስል</vt:lpstr>
      <vt:lpstr>ኣዝ.  ዮውሃንስ `ናበልና መጥመቕ እናበልና ንክቡር ስምካ ከነኽብሮ ኢና ሆየ ሆየ `ናበልና /2/ ንጎይታ ክንቕበሎ ኢና ሆየ ሆየ `ናበልና /2/ ጸልማት ኣብሪህና ክንቕበሎ ኢና</vt:lpstr>
      <vt:lpstr>2. ማይ ናይ ዮርዳኖስ ኃጢኣትና ሓጸቦ ካብ ኣዳም ጀሚሩ ክፍኣት ዝኸበቦ ሕጂ ንዮውሃንስ ጸጋ ምስ ተዋህቦ ማዕጾና ተራሕዩ መድሕና ይኣቱ`ሎ</vt:lpstr>
      <vt:lpstr>ኣዝ.  ዮውሃንስ `ናበልና መጥመቕ እናበልና ንክቡር ስምካ ከነኽብሮ ኢና ሆየ ሆየ `ናበልና /2/ ንጎይታ ክንቕበሎ ኢና ሆየ ሆየ `ናበልና /2/ ጸልማት ኣብሪህና ክንቕበሎ ኢና</vt:lpstr>
      <vt:lpstr>3. ብጥምቀት ኣቢሉ ናብ መርከብ ዘሳግር ንዘለዓለም ብእምነት ክነብር መሲሕ ንክኸብር መንገዲ ዝጸርግ ንሓደ ኣምላኽ ጸሎት ከነዕርግ</vt:lpstr>
      <vt:lpstr>ኣዝ.  ዮውሃንስ `ናበልና መጥመቕ እናበልና ንክቡር ስምካ ከነኽብሮ ኢና ሆየ ሆየ `ናበልና /2/ ንጎይታ ክንቕበሎ ኢና ሆየ ሆየ `ናበልና /2/ ጸልማት ኣብሪህና ክንቕበሎ ኢና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ኩሉ ዘገብራ ለጽድቅ ጻድቅ ጻድቅ ውእቱ። ወዘያከብር ሰንበት ኢይበል ፈላሲ ዘገብአ ኀበ እግዚኣብሔር ይፈልጠኒኑ እምሕዝቡ፣</dc:title>
  <dc:creator>J</dc:creator>
  <cp:lastModifiedBy>Windows User</cp:lastModifiedBy>
  <cp:revision>267</cp:revision>
  <dcterms:created xsi:type="dcterms:W3CDTF">2014-08-22T20:38:14Z</dcterms:created>
  <dcterms:modified xsi:type="dcterms:W3CDTF">2018-09-11T16:28:03Z</dcterms:modified>
</cp:coreProperties>
</file>