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299" r:id="rId4"/>
    <p:sldId id="310" r:id="rId5"/>
    <p:sldId id="311" r:id="rId6"/>
    <p:sldId id="317" r:id="rId7"/>
    <p:sldId id="318" r:id="rId8"/>
    <p:sldId id="314" r:id="rId9"/>
    <p:sldId id="319" r:id="rId10"/>
    <p:sldId id="32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1" d="100"/>
          <a:sy n="71" d="100"/>
        </p:scale>
        <p:origin x="-618" y="-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9/10/2018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5250" y="512385"/>
            <a:ext cx="11075058" cy="4708981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15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ካብ ጸጋኻ እዩ</a:t>
            </a:r>
          </a:p>
          <a:p>
            <a:pPr algn="ctr"/>
            <a:r>
              <a:rPr lang="en-US" sz="15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ኮይኑልና</a:t>
            </a:r>
            <a:endParaRPr lang="en-US" sz="15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4494528"/>
          </a:xfrm>
        </p:spPr>
        <p:txBody>
          <a:bodyPr>
            <a:noAutofit/>
          </a:bodyPr>
          <a:lstStyle/>
          <a:p>
            <a:pPr marL="982663" indent="-9826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4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ላዕልን</a:t>
            </a:r>
            <a:r>
              <a:rPr lang="en-GB" sz="4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ታሕትን</a:t>
            </a:r>
            <a:r>
              <a:rPr lang="en-GB" sz="4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ከርተት</a:t>
            </a:r>
            <a:r>
              <a:rPr lang="en-GB" sz="4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ዝበልናዮ</a:t>
            </a:r>
            <a:r>
              <a:rPr lang="en-GB" sz="44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ኣኺሉ</a:t>
            </a:r>
            <a:b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ከም ብዋልታ ብጸጋ ህይወትና ተኸሊሉ</a:t>
            </a:r>
            <a:b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63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ካብ’ቲ ኣባና ዘሎ ጸጋ ኣምላኽ ኮይኑልና ብሓርነት ክንኣቱ ክንወጽእ’ውን ክኢልና</a:t>
            </a:r>
            <a:endParaRPr lang="en-US" sz="63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69065" y="3596248"/>
            <a:ext cx="4764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315686"/>
            <a:ext cx="12192000" cy="7173686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72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</a:t>
            </a:r>
            <a:r>
              <a:rPr lang="en-GB" sz="72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.</a:t>
            </a:r>
            <a:r>
              <a:rPr lang="en-GB" sz="7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ጸጋኻን ምሕረትካን እንተዘይበዝሓልና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ኣብ’ዚ ከመይ ኢልና ደው ምበልና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ብህይወት ምንባርና ምግልጋልና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ምዝማርና ኢየሱስ ምምስጋንና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ካብ ጸጋኻ እዩ ኮይኑልና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መዓስ ካብ ክእለት ሓይልና</a:t>
            </a:r>
            <a:endParaRPr lang="en-US" sz="7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96735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19746"/>
            <a:ext cx="12192000" cy="6531428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ሓደ ልብን ሓደ ሓሳብም ምዃንና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ብሓጎስ ምእታውናን ምውጻእናን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ምንባርና ድምጽኻ ምስማዕና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ኩሉ ካባኻ እምበር መዓስ ካባና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ኢየሱስ ጸጋኻ እንተዘይበዝሓልና</a:t>
            </a:r>
            <a:b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እወ ንሰዶምን ጎመራን ምመሰልና</a:t>
            </a:r>
            <a:endParaRPr lang="en-US" sz="72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23610" y="5486398"/>
            <a:ext cx="4764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967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4494528"/>
          </a:xfrm>
        </p:spPr>
        <p:txBody>
          <a:bodyPr>
            <a:noAutofit/>
          </a:bodyPr>
          <a:lstStyle/>
          <a:p>
            <a:pPr marL="982663" indent="-9826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4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ዎ እግዚ</a:t>
            </a:r>
            <a:r>
              <a:rPr lang="en-GB" sz="7000" b="1" u="sng" baseline="300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ር</a:t>
            </a: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ኩራኻ ንቕጽበት ዓይኒ እዩ</a:t>
            </a:r>
            <a:b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ጸጋኻ ግን ምሉእ ዕድመ ይጸንሕ እዩ</a:t>
            </a:r>
            <a:b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66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ምሕረትካን ሳህልኻን ይስዕባና ኣለዋ</a:t>
            </a:r>
            <a:r>
              <a:rPr lang="en-GB" sz="63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n-GB" sz="63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66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ከቶ ኣይተፈለየናን ናይ ጸጋኻ ሓለዋ</a:t>
            </a:r>
            <a:endParaRPr lang="en-US" sz="63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22643" y="3530692"/>
            <a:ext cx="4764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</a:t>
            </a:r>
            <a:endParaRPr lang="en-US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927147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315686"/>
            <a:ext cx="12192000" cy="7173686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72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</a:t>
            </a:r>
            <a:r>
              <a:rPr lang="en-GB" sz="72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.</a:t>
            </a:r>
            <a:r>
              <a:rPr lang="en-GB" sz="7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ጸጋኻን ምሕረትካን እንተዘይበዝሓልና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ኣብ’ዚ ከመይ ኢልና ደው ምበልና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ብህይወት ምንባርና ምግልጋልና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ምዝማርና ኢየሱስ ምምስጋንና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ካብ ጸጋኻ እዩ ኮይኑልና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መዓስ ካብ ክእለት ሓይልና</a:t>
            </a:r>
            <a:endParaRPr lang="en-US" sz="7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216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19746"/>
            <a:ext cx="12192000" cy="6531428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ሓደ ልብን ሓደ ሓሳብም ምዃንና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ብሓጎስ ምእታውናን ምውጻእናን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ምንባርና ድምጽኻ ምስማዕና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ኩሉ ካባኻ እምበር መዓስ ካባና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ኢየሱስ ጸጋኻ እንተዘይበዝሓልና</a:t>
            </a:r>
            <a:b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እወ ንሰዶምን ጎመራን ምመሰልና</a:t>
            </a:r>
            <a:endParaRPr lang="en-US" sz="72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23610" y="5486398"/>
            <a:ext cx="4764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6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4494528"/>
          </a:xfrm>
        </p:spPr>
        <p:txBody>
          <a:bodyPr>
            <a:noAutofit/>
          </a:bodyPr>
          <a:lstStyle/>
          <a:p>
            <a:pPr marL="982663" indent="-982663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4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ንጉሥ ብሠራዊት ዝድሕን’ዩ ዝመስሎ</a:t>
            </a:r>
            <a:b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እቲ ጅግና ብኃይሉ ክናገፍ’የ ኢሉ’ሎ</a:t>
            </a:r>
            <a:br>
              <a:rPr lang="en-GB" sz="7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0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ኣነ ግን በጸጋኻ ንኹሉ ሰጊረዮ</a:t>
            </a:r>
            <a:br>
              <a:rPr lang="en-GB" sz="70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63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ንኹሉ ኃይሊ ኃጢኣት ብእግረይ ረጊጸዮ</a:t>
            </a:r>
            <a:endParaRPr lang="en-US" sz="63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59353" y="3629423"/>
            <a:ext cx="4764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27147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315686"/>
            <a:ext cx="12192000" cy="7173686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72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</a:t>
            </a:r>
            <a:r>
              <a:rPr lang="en-GB" sz="72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.</a:t>
            </a:r>
            <a:r>
              <a:rPr lang="en-GB" sz="72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ጸጋኻን ምሕረትካን እንተዘይበዝሓልና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ኣብ’ዚ ከመይ ኢልና ደው ምበልና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ብህይወት ምንባርና ምግልጋልና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ምዝማርና ኢየሱስ ምምስጋንና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ካብ ጸጋኻ እዩ ኮይኑልና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መዓስ ካብ ክእለት ሓይልና</a:t>
            </a:r>
            <a:endParaRPr lang="en-US" sz="72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216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19746"/>
            <a:ext cx="12192000" cy="6531428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   ሓደ ልብን ሓደ ሓሳብም ምዃንና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ብሓጎስ ምእታውናን ምውጻእናን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ምንባርና ድምጽኻ ምስማዕና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ኩሉ ካባኻ እምበር መዓስ ካባና</a:t>
            </a:r>
            <a:br>
              <a:rPr lang="en-GB" sz="72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ኢየሱስ ጸጋኻ እንተዘይበዝሓልና</a:t>
            </a:r>
            <a:b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200" b="1" u="sng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እወ ንሰዶምን ጎመራን ምመሰልና</a:t>
            </a:r>
            <a:endParaRPr lang="en-US" sz="7200" b="1" u="sng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23610" y="5486398"/>
            <a:ext cx="4764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06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2581</TotalTime>
  <Words>55</Words>
  <Application>Microsoft Office PowerPoint</Application>
  <PresentationFormat>Custom</PresentationFormat>
  <Paragraphs>17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1. ላዕልን ታሕትን ከርተት ዝበልናዮ ኣኺሉ ከም ብዋልታ ብጸጋ ህይወትና ተኸሊሉ ካብ’ቲ ኣባና ዘሎ ጸጋ ኣምላኽ ኮይኑልና ብሓርነት ክንኣቱ ክንወጽእ’ውን ክኢልና</vt:lpstr>
      <vt:lpstr>ኣዝ.  ጸጋኻን ምሕረትካን እንተዘይበዝሓልና ኣብ’ዚ ከመይ ኢልና ደው ምበልና ብህይወት ምንባርና ምግልጋልና ምዝማርና ኢየሱስ ምምስጋንና ካብ ጸጋኻ እዩ ኮይኑልና መዓስ ካብ ክእለት ሓይልና</vt:lpstr>
      <vt:lpstr>   ሓደ ልብን ሓደ ሓሳብም ምዃንና ብሓጎስ ምእታውናን ምውጻእናን ምንባርና ድምጽኻ ምስማዕና ኩሉ ካባኻ እምበር መዓስ ካባና ኢየሱስ ጸጋኻ እንተዘይበዝሓልና እወ ንሰዶምን ጎመራን ምመሰልና</vt:lpstr>
      <vt:lpstr>2. ዎ እግዚር ኩራኻ ንቕጽበት ዓይኒ እዩ ጸጋኻ ግን ምሉእ ዕድመ ይጸንሕ እዩ ምሕረትካን ሳህልኻን ይስዕባና ኣለዋ ከቶ ኣይተፈለየናን ናይ ጸጋኻ ሓለዋ</vt:lpstr>
      <vt:lpstr>ኣዝ.  ጸጋኻን ምሕረትካን እንተዘይበዝሓልና ኣብ’ዚ ከመይ ኢልና ደው ምበልና ብህይወት ምንባርና ምግልጋልና ምዝማርና ኢየሱስ ምምስጋንና ካብ ጸጋኻ እዩ ኮይኑልና መዓስ ካብ ክእለት ሓይልና</vt:lpstr>
      <vt:lpstr>   ሓደ ልብን ሓደ ሓሳብም ምዃንና ብሓጎስ ምእታውናን ምውጻእናን ምንባርና ድምጽኻ ምስማዕና ኩሉ ካባኻ እምበር መዓስ ካባና ኢየሱስ ጸጋኻ እንተዘይበዝሓልና እወ ንሰዶምን ጎመራን ምመሰልና</vt:lpstr>
      <vt:lpstr>3. ንጉሥ ብሠራዊት ዝድሕን’ዩ ዝመስሎ እቲ ጅግና ብኃይሉ ክናገፍ’የ ኢሉ’ሎ ኣነ ግን በጸጋኻ ንኹሉ ሰጊረዮ ንኹሉ ኃይሊ ኃጢኣት ብእግረይ ረጊጸዮ</vt:lpstr>
      <vt:lpstr>ኣዝ.  ጸጋኻን ምሕረትካን እንተዘይበዝሓልና ኣብ’ዚ ከመይ ኢልና ደው ምበልና ብህይወት ምንባርና ምግልጋልና ምዝማርና ኢየሱስ ምምስጋንና ካብ ጸጋኻ እዩ ኮይኑልና መዓስ ካብ ክእለት ሓይልና</vt:lpstr>
      <vt:lpstr>   ሓደ ልብን ሓደ ሓሳብም ምዃንና ብሓጎስ ምእታውናን ምውጻእናን ምንባርና ድምጽኻ ምስማዕና ኩሉ ካባኻ እምበር መዓስ ካባና ኢየሱስ ጸጋኻ እንተዘይበዝሓልና እወ ንሰዶምን ጎመራን ምመሰልና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Catholic Forever</cp:lastModifiedBy>
  <cp:revision>257</cp:revision>
  <dcterms:created xsi:type="dcterms:W3CDTF">2014-08-22T20:38:14Z</dcterms:created>
  <dcterms:modified xsi:type="dcterms:W3CDTF">2018-09-10T18:32:09Z</dcterms:modified>
</cp:coreProperties>
</file>